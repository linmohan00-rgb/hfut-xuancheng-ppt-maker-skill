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9" r:id="rId3"/>
    <p:sldId id="260" r:id="rId4"/>
    <p:sldId id="262" r:id="rId5"/>
    <p:sldId id="258" r:id="rId6"/>
    <p:sldId id="264" r:id="rId7"/>
    <p:sldId id="265" r:id="rId8"/>
    <p:sldId id="269" r:id="rId9"/>
    <p:sldId id="272" r:id="rId10"/>
    <p:sldId id="27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C7FDDB-5027-48A3-B2D2-79FBF18514A8}"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01BDD-B69E-4FA0-9F7E-9589CE1CF3E4}" type="slidenum">
              <a:rPr lang="zh-CN" altLang="en-US" smtClean="0"/>
              <a:t>‹#›</a:t>
            </a:fld>
            <a:endParaRPr lang="zh-CN" altLang="en-US"/>
          </a:p>
        </p:txBody>
      </p:sp>
    </p:spTree>
    <p:extLst>
      <p:ext uri="{BB962C8B-B14F-4D97-AF65-F5344CB8AC3E}">
        <p14:creationId xmlns:p14="http://schemas.microsoft.com/office/powerpoint/2010/main" val="288275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533148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4FD2E-712A-5356-D210-5680DA78600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C5E8ADC-5B01-B331-F8C4-CCE52B0875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B97987E-C7B9-463B-66EA-BD98C26253C0}"/>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8942670F-0114-80E3-4C67-F467237632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9B2257-386D-0073-A14C-04C8E9287DE0}"/>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224890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03DFE8-92B4-E650-5B29-E7E4046B48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473FCE4-ADD7-7A75-3912-9F5F3C24A5E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1911C1-7A73-2E2A-C071-6579FA900D27}"/>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CDBADC6D-CCD2-0518-1716-C2523D555A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A5F020-83E7-0612-B70C-B21FCF50A7B4}"/>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239250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BEFB6-02E9-92A4-F296-28A2D99860F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311B5F-5261-4A6C-870C-F0755AF1EA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CE13F9B-B4CF-5854-14BA-BEB38BDBC2AD}"/>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C7CCB79C-8DD9-3DC0-FE14-0C4182DB1E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C9EDC9-FE01-89B7-FD39-B3C1BDAF032A}"/>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1941518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947-92AD-0CBC-DE2B-4906FA615E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04F80C-5813-5A22-14EC-046736300AF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6EBEB59-8C7F-6463-110A-F2EFD8DEE91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A1A20FC-7957-9864-A6DC-E76F85687A21}"/>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37B82CB5-DD2C-6BC1-746E-44F444381E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25171C-691A-CF15-4E7A-C76A9EAA9087}"/>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163951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F3D81-7CD9-764B-22CF-A164FD9B1FC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F332AF0-CD2A-F33F-7630-BCF5B0AB7C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75CE8D6-88B2-83E4-9E62-BB37BCFAFC1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0A51904-AD03-6DCF-EE40-D251464BBE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EF92833-E7E5-8227-5517-9138B3B4FE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F6C7E1B-7A73-0C63-0FBF-CE322F7F58AD}"/>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8" name="页脚占位符 7">
            <a:extLst>
              <a:ext uri="{FF2B5EF4-FFF2-40B4-BE49-F238E27FC236}">
                <a16:creationId xmlns:a16="http://schemas.microsoft.com/office/drawing/2014/main" id="{9AD69D32-7B6B-32BE-5B53-97311D27A12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BE04A90-419A-F8B9-31D6-2117784DA2D1}"/>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3214685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FD6AF-17A5-194C-CDED-73D03AF4A89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5B928E-F586-1AD4-5CB4-DB4C593D96D9}"/>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4" name="页脚占位符 3">
            <a:extLst>
              <a:ext uri="{FF2B5EF4-FFF2-40B4-BE49-F238E27FC236}">
                <a16:creationId xmlns:a16="http://schemas.microsoft.com/office/drawing/2014/main" id="{A78EF84C-D312-C5CB-C9B7-335F2A438A3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744BFE-1723-70B0-3BF4-8CD71BD5613F}"/>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1467055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61DACD8-A283-6285-FE44-F74E5CF1BDC6}"/>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3" name="页脚占位符 2">
            <a:extLst>
              <a:ext uri="{FF2B5EF4-FFF2-40B4-BE49-F238E27FC236}">
                <a16:creationId xmlns:a16="http://schemas.microsoft.com/office/drawing/2014/main" id="{59B8006C-ACF3-D6AB-3E5E-5753295CE22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B5F627-F88E-1F72-41A6-C3ADB8F34EE8}"/>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363634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894F91-636F-18DB-E5B9-91C6822E6A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9BA6F6D-FABE-CDC1-E6E5-285191476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4DECB0A-C7EB-41EA-F551-9694054A05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D8A622D-2AAC-77A0-3714-E9D6DC3F301F}"/>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019913CF-D53A-FE48-E434-DF29697C5A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EDE731-637A-4735-90A7-D2DE612B271F}"/>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1792595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A2BEC9-79C7-6FE0-AFDF-BAC84BD47CD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71F0398-6C2D-BD5D-BFAD-0B74838B10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58F912B-5FD5-D931-B054-ECB3CB594E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5E5E227-D289-4419-630E-73B082F09056}"/>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353F1A5F-E5C0-B97D-7265-A50407D163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E7E62DE-A382-1C33-920D-5E089347B04D}"/>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978687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8E6BF-3EB2-C809-1958-729A60DBA8D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4BFA6CC-4F1F-CD85-FD4F-4BEF255A632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7CB7B1-2FBC-B8F3-2DCE-A56F312F96CA}"/>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6020036D-94D0-C09E-3588-B3E8CE3539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544DAF-D683-55AE-FD7F-E2C86FB78687}"/>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954728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FBDF2E6-D1DF-046F-0116-77EA28CC088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74FD5CD-E922-988B-CA8D-D8C32227FBF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213E74-C52A-3052-DD1D-413AD840E944}"/>
              </a:ext>
            </a:extLst>
          </p:cNvPr>
          <p:cNvSpPr>
            <a:spLocks noGrp="1"/>
          </p:cNvSpPr>
          <p:nvPr>
            <p:ph type="dt" sz="half" idx="10"/>
          </p:nvPr>
        </p:nvSpPr>
        <p:spPr/>
        <p:txBody>
          <a:body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A1534B11-1466-5F08-7A13-EB44050679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7F372A-44A9-0924-C9E7-C66710C0D07D}"/>
              </a:ext>
            </a:extLst>
          </p:cNvPr>
          <p:cNvSpPr>
            <a:spLocks noGrp="1"/>
          </p:cNvSpPr>
          <p:nvPr>
            <p:ph type="sldNum" sz="quarter" idx="12"/>
          </p:nvPr>
        </p:nvSpPr>
        <p:spPr/>
        <p:txBody>
          <a:body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89872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CD04896-40F0-C4EB-2F03-F725238869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7DBC16-6CEC-6225-14F9-A599873487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B62B9B-A54C-AA3E-6E7A-6F593F058F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8A5305-A95B-47D7-BB9C-8B6FBE78F718}"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B5E3BD80-EF1B-EC84-D15F-F65662EFF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E00F25F-D73D-BC4B-FCF9-1E5801FCFD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1304BF-9DFB-44A2-BA27-AFFE7844010F}" type="slidenum">
              <a:rPr lang="zh-CN" altLang="en-US" smtClean="0"/>
              <a:t>‹#›</a:t>
            </a:fld>
            <a:endParaRPr lang="zh-CN" altLang="en-US"/>
          </a:p>
        </p:txBody>
      </p:sp>
    </p:spTree>
    <p:extLst>
      <p:ext uri="{BB962C8B-B14F-4D97-AF65-F5344CB8AC3E}">
        <p14:creationId xmlns:p14="http://schemas.microsoft.com/office/powerpoint/2010/main" val="3688097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想搞设计PPT(倒卖必究)-6"/>
          <p:cNvSpPr/>
          <p:nvPr/>
        </p:nvSpPr>
        <p:spPr>
          <a:xfrm>
            <a:off x="6290" y="0"/>
            <a:ext cx="12192000" cy="6858000"/>
          </a:xfrm>
          <a:prstGeom prst="rect">
            <a:avLst/>
          </a:pr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3" name="淘宝-想搞设计PPT(倒卖必究)-53"/>
          <p:cNvSpPr/>
          <p:nvPr/>
        </p:nvSpPr>
        <p:spPr bwMode="auto">
          <a:xfrm>
            <a:off x="4919227" y="-1234439"/>
            <a:ext cx="9324188" cy="4477513"/>
          </a:xfrm>
          <a:custGeom>
            <a:avLst/>
            <a:gdLst>
              <a:gd name="T0" fmla="*/ 944 w 2050"/>
              <a:gd name="T1" fmla="*/ 28 h 988"/>
              <a:gd name="T2" fmla="*/ 1101 w 2050"/>
              <a:gd name="T3" fmla="*/ 25 h 988"/>
              <a:gd name="T4" fmla="*/ 2021 w 2050"/>
              <a:gd name="T5" fmla="*/ 464 h 988"/>
              <a:gd name="T6" fmla="*/ 2049 w 2050"/>
              <a:gd name="T7" fmla="*/ 497 h 988"/>
              <a:gd name="T8" fmla="*/ 2022 w 2050"/>
              <a:gd name="T9" fmla="*/ 526 h 988"/>
              <a:gd name="T10" fmla="*/ 1090 w 2050"/>
              <a:gd name="T11" fmla="*/ 970 h 988"/>
              <a:gd name="T12" fmla="*/ 966 w 2050"/>
              <a:gd name="T13" fmla="*/ 973 h 988"/>
              <a:gd name="T14" fmla="*/ 637 w 2050"/>
              <a:gd name="T15" fmla="*/ 817 h 988"/>
              <a:gd name="T16" fmla="*/ 573 w 2050"/>
              <a:gd name="T17" fmla="*/ 784 h 988"/>
              <a:gd name="T18" fmla="*/ 579 w 2050"/>
              <a:gd name="T19" fmla="*/ 763 h 988"/>
              <a:gd name="T20" fmla="*/ 972 w 2050"/>
              <a:gd name="T21" fmla="*/ 559 h 988"/>
              <a:gd name="T22" fmla="*/ 1099 w 2050"/>
              <a:gd name="T23" fmla="*/ 550 h 988"/>
              <a:gd name="T24" fmla="*/ 1138 w 2050"/>
              <a:gd name="T25" fmla="*/ 500 h 988"/>
              <a:gd name="T26" fmla="*/ 1110 w 2050"/>
              <a:gd name="T27" fmla="*/ 448 h 988"/>
              <a:gd name="T28" fmla="*/ 996 w 2050"/>
              <a:gd name="T29" fmla="*/ 427 h 988"/>
              <a:gd name="T30" fmla="*/ 922 w 2050"/>
              <a:gd name="T31" fmla="*/ 466 h 988"/>
              <a:gd name="T32" fmla="*/ 916 w 2050"/>
              <a:gd name="T33" fmla="*/ 516 h 988"/>
              <a:gd name="T34" fmla="*/ 521 w 2050"/>
              <a:gd name="T35" fmla="*/ 721 h 988"/>
              <a:gd name="T36" fmla="*/ 500 w 2050"/>
              <a:gd name="T37" fmla="*/ 749 h 988"/>
              <a:gd name="T38" fmla="*/ 269 w 2050"/>
              <a:gd name="T39" fmla="*/ 641 h 988"/>
              <a:gd name="T40" fmla="*/ 28 w 2050"/>
              <a:gd name="T41" fmla="*/ 526 h 988"/>
              <a:gd name="T42" fmla="*/ 1 w 2050"/>
              <a:gd name="T43" fmla="*/ 493 h 988"/>
              <a:gd name="T44" fmla="*/ 31 w 2050"/>
              <a:gd name="T45" fmla="*/ 463 h 988"/>
              <a:gd name="T46" fmla="*/ 944 w 2050"/>
              <a:gd name="T47" fmla="*/ 28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50" h="988">
                <a:moveTo>
                  <a:pt x="944" y="28"/>
                </a:moveTo>
                <a:cubicBezTo>
                  <a:pt x="992" y="1"/>
                  <a:pt x="1053" y="0"/>
                  <a:pt x="1101" y="25"/>
                </a:cubicBezTo>
                <a:cubicBezTo>
                  <a:pt x="1408" y="172"/>
                  <a:pt x="1715" y="318"/>
                  <a:pt x="2021" y="464"/>
                </a:cubicBezTo>
                <a:cubicBezTo>
                  <a:pt x="2035" y="470"/>
                  <a:pt x="2050" y="481"/>
                  <a:pt x="2049" y="497"/>
                </a:cubicBezTo>
                <a:cubicBezTo>
                  <a:pt x="2047" y="512"/>
                  <a:pt x="2034" y="521"/>
                  <a:pt x="2022" y="526"/>
                </a:cubicBezTo>
                <a:cubicBezTo>
                  <a:pt x="1711" y="674"/>
                  <a:pt x="1400" y="822"/>
                  <a:pt x="1090" y="970"/>
                </a:cubicBezTo>
                <a:cubicBezTo>
                  <a:pt x="1051" y="988"/>
                  <a:pt x="1005" y="988"/>
                  <a:pt x="966" y="973"/>
                </a:cubicBezTo>
                <a:cubicBezTo>
                  <a:pt x="856" y="921"/>
                  <a:pt x="747" y="869"/>
                  <a:pt x="637" y="817"/>
                </a:cubicBezTo>
                <a:cubicBezTo>
                  <a:pt x="616" y="806"/>
                  <a:pt x="594" y="797"/>
                  <a:pt x="573" y="784"/>
                </a:cubicBezTo>
                <a:cubicBezTo>
                  <a:pt x="567" y="777"/>
                  <a:pt x="570" y="766"/>
                  <a:pt x="579" y="763"/>
                </a:cubicBezTo>
                <a:cubicBezTo>
                  <a:pt x="710" y="695"/>
                  <a:pt x="841" y="627"/>
                  <a:pt x="972" y="559"/>
                </a:cubicBezTo>
                <a:cubicBezTo>
                  <a:pt x="1013" y="572"/>
                  <a:pt x="1060" y="570"/>
                  <a:pt x="1099" y="550"/>
                </a:cubicBezTo>
                <a:cubicBezTo>
                  <a:pt x="1118" y="540"/>
                  <a:pt x="1136" y="523"/>
                  <a:pt x="1138" y="500"/>
                </a:cubicBezTo>
                <a:cubicBezTo>
                  <a:pt x="1141" y="479"/>
                  <a:pt x="1126" y="460"/>
                  <a:pt x="1110" y="448"/>
                </a:cubicBezTo>
                <a:cubicBezTo>
                  <a:pt x="1077" y="426"/>
                  <a:pt x="1035" y="421"/>
                  <a:pt x="996" y="427"/>
                </a:cubicBezTo>
                <a:cubicBezTo>
                  <a:pt x="968" y="432"/>
                  <a:pt x="940" y="443"/>
                  <a:pt x="922" y="466"/>
                </a:cubicBezTo>
                <a:cubicBezTo>
                  <a:pt x="911" y="480"/>
                  <a:pt x="908" y="499"/>
                  <a:pt x="916" y="516"/>
                </a:cubicBezTo>
                <a:cubicBezTo>
                  <a:pt x="784" y="584"/>
                  <a:pt x="652" y="652"/>
                  <a:pt x="521" y="721"/>
                </a:cubicBezTo>
                <a:cubicBezTo>
                  <a:pt x="509" y="725"/>
                  <a:pt x="500" y="736"/>
                  <a:pt x="500" y="749"/>
                </a:cubicBezTo>
                <a:cubicBezTo>
                  <a:pt x="422" y="715"/>
                  <a:pt x="346" y="677"/>
                  <a:pt x="269" y="641"/>
                </a:cubicBezTo>
                <a:cubicBezTo>
                  <a:pt x="189" y="602"/>
                  <a:pt x="108" y="564"/>
                  <a:pt x="28" y="526"/>
                </a:cubicBezTo>
                <a:cubicBezTo>
                  <a:pt x="15" y="520"/>
                  <a:pt x="0" y="509"/>
                  <a:pt x="1" y="493"/>
                </a:cubicBezTo>
                <a:cubicBezTo>
                  <a:pt x="3" y="478"/>
                  <a:pt x="18" y="469"/>
                  <a:pt x="31" y="463"/>
                </a:cubicBezTo>
                <a:cubicBezTo>
                  <a:pt x="335" y="318"/>
                  <a:pt x="640" y="173"/>
                  <a:pt x="944" y="28"/>
                </a:cubicBezTo>
                <a:close/>
              </a:path>
            </a:pathLst>
          </a:custGeom>
          <a:solidFill>
            <a:srgbClr val="A7030B"/>
          </a:solidFill>
          <a:ln>
            <a:noFill/>
          </a:ln>
        </p:spPr>
        <p:txBody>
          <a:bodyPr vert="horz" wrap="square" lIns="91440" tIns="45720" rIns="91440" bIns="45720" numCol="1" anchor="t" anchorCtr="0" compatLnSpc="1"/>
          <a:lstStyle/>
          <a:p>
            <a:endParaRPr lang="zh-CN" altLang="en-US"/>
          </a:p>
        </p:txBody>
      </p:sp>
      <p:sp>
        <p:nvSpPr>
          <p:cNvPr id="54" name="淘宝-想搞设计PPT(倒卖必究)-54"/>
          <p:cNvSpPr/>
          <p:nvPr/>
        </p:nvSpPr>
        <p:spPr bwMode="auto">
          <a:xfrm>
            <a:off x="6642782" y="2178139"/>
            <a:ext cx="395701" cy="1625289"/>
          </a:xfrm>
          <a:custGeom>
            <a:avLst/>
            <a:gdLst>
              <a:gd name="T0" fmla="*/ 0 w 87"/>
              <a:gd name="T1" fmla="*/ 0 h 359"/>
              <a:gd name="T2" fmla="*/ 87 w 87"/>
              <a:gd name="T3" fmla="*/ 42 h 359"/>
              <a:gd name="T4" fmla="*/ 48 w 87"/>
              <a:gd name="T5" fmla="*/ 359 h 359"/>
              <a:gd name="T6" fmla="*/ 0 w 87"/>
              <a:gd name="T7" fmla="*/ 252 h 359"/>
              <a:gd name="T8" fmla="*/ 0 w 87"/>
              <a:gd name="T9" fmla="*/ 0 h 359"/>
            </a:gdLst>
            <a:ahLst/>
            <a:cxnLst>
              <a:cxn ang="0">
                <a:pos x="T0" y="T1"/>
              </a:cxn>
              <a:cxn ang="0">
                <a:pos x="T2" y="T3"/>
              </a:cxn>
              <a:cxn ang="0">
                <a:pos x="T4" y="T5"/>
              </a:cxn>
              <a:cxn ang="0">
                <a:pos x="T6" y="T7"/>
              </a:cxn>
              <a:cxn ang="0">
                <a:pos x="T8" y="T9"/>
              </a:cxn>
            </a:cxnLst>
            <a:rect l="0" t="0" r="r" b="b"/>
            <a:pathLst>
              <a:path w="87" h="359">
                <a:moveTo>
                  <a:pt x="0" y="0"/>
                </a:moveTo>
                <a:cubicBezTo>
                  <a:pt x="29" y="14"/>
                  <a:pt x="58" y="28"/>
                  <a:pt x="87" y="42"/>
                </a:cubicBezTo>
                <a:cubicBezTo>
                  <a:pt x="74" y="148"/>
                  <a:pt x="61" y="253"/>
                  <a:pt x="48" y="359"/>
                </a:cubicBezTo>
                <a:cubicBezTo>
                  <a:pt x="23" y="328"/>
                  <a:pt x="0" y="293"/>
                  <a:pt x="0" y="252"/>
                </a:cubicBezTo>
                <a:cubicBezTo>
                  <a:pt x="1" y="168"/>
                  <a:pt x="0" y="84"/>
                  <a:pt x="0" y="0"/>
                </a:cubicBezTo>
                <a:close/>
              </a:path>
            </a:pathLst>
          </a:custGeom>
          <a:solidFill>
            <a:srgbClr val="A7030B"/>
          </a:solidFill>
          <a:ln>
            <a:noFill/>
          </a:ln>
        </p:spPr>
        <p:txBody>
          <a:bodyPr vert="horz" wrap="square" lIns="91440" tIns="45720" rIns="91440" bIns="45720" numCol="1" anchor="t" anchorCtr="0" compatLnSpc="1"/>
          <a:lstStyle/>
          <a:p>
            <a:endParaRPr lang="zh-CN" altLang="en-US"/>
          </a:p>
        </p:txBody>
      </p:sp>
      <p:sp>
        <p:nvSpPr>
          <p:cNvPr id="55" name="淘宝-想搞设计PPT(倒卖必究)-55"/>
          <p:cNvSpPr/>
          <p:nvPr/>
        </p:nvSpPr>
        <p:spPr bwMode="auto">
          <a:xfrm>
            <a:off x="7630705" y="2191416"/>
            <a:ext cx="4851977" cy="2833635"/>
          </a:xfrm>
          <a:custGeom>
            <a:avLst/>
            <a:gdLst>
              <a:gd name="T0" fmla="*/ 496 w 1067"/>
              <a:gd name="T1" fmla="*/ 275 h 625"/>
              <a:gd name="T2" fmla="*/ 1067 w 1067"/>
              <a:gd name="T3" fmla="*/ 0 h 625"/>
              <a:gd name="T4" fmla="*/ 1067 w 1067"/>
              <a:gd name="T5" fmla="*/ 253 h 625"/>
              <a:gd name="T6" fmla="*/ 1022 w 1067"/>
              <a:gd name="T7" fmla="*/ 353 h 625"/>
              <a:gd name="T8" fmla="*/ 871 w 1067"/>
              <a:gd name="T9" fmla="*/ 479 h 625"/>
              <a:gd name="T10" fmla="*/ 285 w 1067"/>
              <a:gd name="T11" fmla="*/ 591 h 625"/>
              <a:gd name="T12" fmla="*/ 52 w 1067"/>
              <a:gd name="T13" fmla="*/ 518 h 625"/>
              <a:gd name="T14" fmla="*/ 0 w 1067"/>
              <a:gd name="T15" fmla="*/ 101 h 625"/>
              <a:gd name="T16" fmla="*/ 356 w 1067"/>
              <a:gd name="T17" fmla="*/ 273 h 625"/>
              <a:gd name="T18" fmla="*/ 496 w 1067"/>
              <a:gd name="T19" fmla="*/ 275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7" h="625">
                <a:moveTo>
                  <a:pt x="496" y="275"/>
                </a:moveTo>
                <a:cubicBezTo>
                  <a:pt x="686" y="184"/>
                  <a:pt x="876" y="92"/>
                  <a:pt x="1067" y="0"/>
                </a:cubicBezTo>
                <a:cubicBezTo>
                  <a:pt x="1066" y="85"/>
                  <a:pt x="1067" y="169"/>
                  <a:pt x="1067" y="253"/>
                </a:cubicBezTo>
                <a:cubicBezTo>
                  <a:pt x="1065" y="291"/>
                  <a:pt x="1044" y="324"/>
                  <a:pt x="1022" y="353"/>
                </a:cubicBezTo>
                <a:cubicBezTo>
                  <a:pt x="980" y="404"/>
                  <a:pt x="927" y="445"/>
                  <a:pt x="871" y="479"/>
                </a:cubicBezTo>
                <a:cubicBezTo>
                  <a:pt x="697" y="583"/>
                  <a:pt x="486" y="625"/>
                  <a:pt x="285" y="591"/>
                </a:cubicBezTo>
                <a:cubicBezTo>
                  <a:pt x="204" y="578"/>
                  <a:pt x="126" y="552"/>
                  <a:pt x="52" y="518"/>
                </a:cubicBezTo>
                <a:cubicBezTo>
                  <a:pt x="34" y="379"/>
                  <a:pt x="17" y="240"/>
                  <a:pt x="0" y="101"/>
                </a:cubicBezTo>
                <a:cubicBezTo>
                  <a:pt x="118" y="159"/>
                  <a:pt x="238" y="216"/>
                  <a:pt x="356" y="273"/>
                </a:cubicBezTo>
                <a:cubicBezTo>
                  <a:pt x="400" y="295"/>
                  <a:pt x="452" y="297"/>
                  <a:pt x="496" y="275"/>
                </a:cubicBezTo>
                <a:close/>
              </a:path>
            </a:pathLst>
          </a:custGeom>
          <a:solidFill>
            <a:srgbClr val="A7030B"/>
          </a:solidFill>
          <a:ln>
            <a:noFill/>
          </a:ln>
        </p:spPr>
        <p:txBody>
          <a:bodyPr vert="horz" wrap="square" lIns="91440" tIns="45720" rIns="91440" bIns="45720" numCol="1" anchor="t" anchorCtr="0" compatLnSpc="1"/>
          <a:lstStyle/>
          <a:p>
            <a:endParaRPr lang="zh-CN" altLang="en-US"/>
          </a:p>
        </p:txBody>
      </p:sp>
      <p:sp>
        <p:nvSpPr>
          <p:cNvPr id="56" name="淘宝-想搞设计PPT(倒卖必究)-56"/>
          <p:cNvSpPr/>
          <p:nvPr/>
        </p:nvSpPr>
        <p:spPr bwMode="auto">
          <a:xfrm>
            <a:off x="6980056" y="2504789"/>
            <a:ext cx="677206" cy="2892060"/>
          </a:xfrm>
          <a:custGeom>
            <a:avLst/>
            <a:gdLst>
              <a:gd name="T0" fmla="*/ 0 w 149"/>
              <a:gd name="T1" fmla="*/ 568 h 638"/>
              <a:gd name="T2" fmla="*/ 74 w 149"/>
              <a:gd name="T3" fmla="*/ 0 h 638"/>
              <a:gd name="T4" fmla="*/ 145 w 149"/>
              <a:gd name="T5" fmla="*/ 538 h 638"/>
              <a:gd name="T6" fmla="*/ 149 w 149"/>
              <a:gd name="T7" fmla="*/ 572 h 638"/>
              <a:gd name="T8" fmla="*/ 101 w 149"/>
              <a:gd name="T9" fmla="*/ 629 h 638"/>
              <a:gd name="T10" fmla="*/ 27 w 149"/>
              <a:gd name="T11" fmla="*/ 617 h 638"/>
              <a:gd name="T12" fmla="*/ 0 w 149"/>
              <a:gd name="T13" fmla="*/ 568 h 638"/>
            </a:gdLst>
            <a:ahLst/>
            <a:cxnLst>
              <a:cxn ang="0">
                <a:pos x="T0" y="T1"/>
              </a:cxn>
              <a:cxn ang="0">
                <a:pos x="T2" y="T3"/>
              </a:cxn>
              <a:cxn ang="0">
                <a:pos x="T4" y="T5"/>
              </a:cxn>
              <a:cxn ang="0">
                <a:pos x="T6" y="T7"/>
              </a:cxn>
              <a:cxn ang="0">
                <a:pos x="T8" y="T9"/>
              </a:cxn>
              <a:cxn ang="0">
                <a:pos x="T10" y="T11"/>
              </a:cxn>
              <a:cxn ang="0">
                <a:pos x="T12" y="T13"/>
              </a:cxn>
            </a:cxnLst>
            <a:rect l="0" t="0" r="r" b="b"/>
            <a:pathLst>
              <a:path w="149" h="638">
                <a:moveTo>
                  <a:pt x="0" y="568"/>
                </a:moveTo>
                <a:cubicBezTo>
                  <a:pt x="24" y="379"/>
                  <a:pt x="49" y="190"/>
                  <a:pt x="74" y="0"/>
                </a:cubicBezTo>
                <a:cubicBezTo>
                  <a:pt x="98" y="180"/>
                  <a:pt x="121" y="359"/>
                  <a:pt x="145" y="538"/>
                </a:cubicBezTo>
                <a:cubicBezTo>
                  <a:pt x="146" y="549"/>
                  <a:pt x="148" y="560"/>
                  <a:pt x="149" y="572"/>
                </a:cubicBezTo>
                <a:cubicBezTo>
                  <a:pt x="142" y="596"/>
                  <a:pt x="126" y="620"/>
                  <a:pt x="101" y="629"/>
                </a:cubicBezTo>
                <a:cubicBezTo>
                  <a:pt x="77" y="638"/>
                  <a:pt x="47" y="635"/>
                  <a:pt x="27" y="617"/>
                </a:cubicBezTo>
                <a:cubicBezTo>
                  <a:pt x="13" y="605"/>
                  <a:pt x="2" y="587"/>
                  <a:pt x="0" y="568"/>
                </a:cubicBezTo>
                <a:close/>
              </a:path>
            </a:pathLst>
          </a:custGeom>
          <a:solidFill>
            <a:srgbClr val="A7030B"/>
          </a:solidFill>
          <a:ln>
            <a:noFill/>
          </a:ln>
        </p:spPr>
        <p:txBody>
          <a:bodyPr vert="horz" wrap="square" lIns="91440" tIns="45720" rIns="91440" bIns="45720" numCol="1" anchor="t" anchorCtr="0" compatLnSpc="1"/>
          <a:lstStyle/>
          <a:p>
            <a:endParaRPr lang="zh-CN" altLang="en-US"/>
          </a:p>
        </p:txBody>
      </p:sp>
      <p:grpSp>
        <p:nvGrpSpPr>
          <p:cNvPr id="16" name="Group 32"/>
          <p:cNvGrpSpPr/>
          <p:nvPr/>
        </p:nvGrpSpPr>
        <p:grpSpPr>
          <a:xfrm>
            <a:off x="954259" y="2453926"/>
            <a:ext cx="2342226" cy="2346960"/>
            <a:chOff x="3692576" y="1742634"/>
            <a:chExt cx="2790379" cy="2796023"/>
          </a:xfrm>
        </p:grpSpPr>
        <p:grpSp>
          <p:nvGrpSpPr>
            <p:cNvPr id="17" name="组合 79"/>
            <p:cNvGrpSpPr/>
            <p:nvPr/>
          </p:nvGrpSpPr>
          <p:grpSpPr bwMode="auto">
            <a:xfrm>
              <a:off x="3692576" y="1742634"/>
              <a:ext cx="2790379" cy="2796023"/>
              <a:chOff x="6379729" y="2488774"/>
              <a:chExt cx="2513016" cy="2513016"/>
            </a:xfrm>
          </p:grpSpPr>
          <p:sp>
            <p:nvSpPr>
              <p:cNvPr id="19" name="淘宝-想搞设计PPT(倒卖必究)-19"/>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0" name="淘宝-想搞设计PPT(倒卖必究)-20"/>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8" name="淘宝-想搞设计PPT(倒卖必究)-18"/>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6" name="淘宝-想搞设计PPT(倒卖必究)-26"/>
          <p:cNvSpPr txBox="1"/>
          <p:nvPr/>
        </p:nvSpPr>
        <p:spPr>
          <a:xfrm>
            <a:off x="3942522" y="2406978"/>
            <a:ext cx="824415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rgbClr val="FFFFFF"/>
                </a:solidFill>
                <a:latin typeface="微软雅黑" panose="020B0503020204020204" pitchFamily="34" charset="-122"/>
                <a:ea typeface="微软雅黑" panose="020B0503020204020204" pitchFamily="34" charset="-122"/>
              </a:rPr>
              <a:t>合肥工业大学模板</a:t>
            </a:r>
          </a:p>
        </p:txBody>
      </p:sp>
      <p:sp>
        <p:nvSpPr>
          <p:cNvPr id="27" name="淘宝-想搞设计PPT(倒卖必究)-27"/>
          <p:cNvSpPr txBox="1"/>
          <p:nvPr/>
        </p:nvSpPr>
        <p:spPr>
          <a:xfrm>
            <a:off x="3942521" y="3910183"/>
            <a:ext cx="8244158" cy="307777"/>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r>
              <a:rPr lang="en-US" altLang="zh-CN" sz="1400" b="0" dirty="0">
                <a:solidFill>
                  <a:schemeClr val="bg1"/>
                </a:solidFill>
                <a:latin typeface="微软雅黑" panose="020B0503020204020204" pitchFamily="34" charset="-122"/>
                <a:ea typeface="微软雅黑" panose="020B0503020204020204" pitchFamily="34" charset="-122"/>
              </a:rPr>
              <a:t>PROFESSIONAL GENERATION GRADUATION REPORT POWERPOINT TEMPLATE</a:t>
            </a:r>
            <a:endParaRPr lang="zh-CN" altLang="en-US" sz="1400" b="0"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3940810" y="4347845"/>
            <a:ext cx="4573905" cy="337185"/>
            <a:chOff x="2957979" y="6517260"/>
            <a:chExt cx="3919760" cy="343540"/>
          </a:xfrm>
          <a:noFill/>
        </p:grpSpPr>
        <p:sp>
          <p:nvSpPr>
            <p:cNvPr id="29" name="淘宝-想搞设计PPT(倒卖必究)-29"/>
            <p:cNvSpPr txBox="1"/>
            <p:nvPr/>
          </p:nvSpPr>
          <p:spPr>
            <a:xfrm>
              <a:off x="2957979" y="6517260"/>
              <a:ext cx="1621278"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答辩人：</a:t>
              </a:r>
            </a:p>
          </p:txBody>
        </p:sp>
        <p:sp>
          <p:nvSpPr>
            <p:cNvPr id="30" name="淘宝-想搞设计PPT(倒卖必究)-30"/>
            <p:cNvSpPr txBox="1"/>
            <p:nvPr/>
          </p:nvSpPr>
          <p:spPr>
            <a:xfrm>
              <a:off x="4980689" y="6517260"/>
              <a:ext cx="1897050"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指导老师：</a:t>
              </a:r>
            </a:p>
          </p:txBody>
        </p:sp>
      </p:grpSp>
      <p:cxnSp>
        <p:nvCxnSpPr>
          <p:cNvPr id="50" name="淘宝-想搞设计PPT(倒卖必究)-50"/>
          <p:cNvCxnSpPr/>
          <p:nvPr/>
        </p:nvCxnSpPr>
        <p:spPr>
          <a:xfrm>
            <a:off x="3999506" y="3627404"/>
            <a:ext cx="615541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7" name="Picture 56" descr="合肥工业大学.png"/>
          <p:cNvPicPr>
            <a:picLocks noChangeAspect="1"/>
          </p:cNvPicPr>
          <p:nvPr/>
        </p:nvPicPr>
        <p:blipFill>
          <a:blip r:embed="rId4"/>
          <a:stretch>
            <a:fillRect/>
          </a:stretch>
        </p:blipFill>
        <p:spPr>
          <a:xfrm>
            <a:off x="1312542" y="2807046"/>
            <a:ext cx="1666248" cy="1666248"/>
          </a:xfrm>
          <a:prstGeom prst="rect">
            <a:avLst/>
          </a:prstGeom>
        </p:spPr>
      </p:pic>
    </p:spTree>
    <p:extLst>
      <p:ext uri="{BB962C8B-B14F-4D97-AF65-F5344CB8AC3E}">
        <p14:creationId xmlns:p14="http://schemas.microsoft.com/office/powerpoint/2010/main" val="2982732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淘宝-想搞设计PPT(倒卖必究)-6"/>
          <p:cNvSpPr/>
          <p:nvPr/>
        </p:nvSpPr>
        <p:spPr>
          <a:xfrm>
            <a:off x="0" y="678475"/>
            <a:ext cx="12192000" cy="550105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淘宝-想搞设计PPT(倒卖必究)-2"/>
          <p:cNvSpPr/>
          <p:nvPr/>
        </p:nvSpPr>
        <p:spPr>
          <a:xfrm>
            <a:off x="0" y="470648"/>
            <a:ext cx="4504765" cy="5957046"/>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rot="5400000">
            <a:off x="1633818" y="3341595"/>
            <a:ext cx="5957046" cy="215153"/>
          </a:xfrm>
          <a:prstGeom prst="trapezoid">
            <a:avLst>
              <a:gd name="adj" fmla="val 107291"/>
            </a:avLst>
          </a:pr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6266917" y="1438305"/>
            <a:ext cx="3942456" cy="3906406"/>
            <a:chOff x="6392125" y="1438305"/>
            <a:chExt cx="3942456" cy="3906406"/>
          </a:xfrm>
        </p:grpSpPr>
        <p:sp>
          <p:nvSpPr>
            <p:cNvPr id="28" name="淘宝-想搞设计PPT(倒卖必究)-28"/>
            <p:cNvSpPr/>
            <p:nvPr/>
          </p:nvSpPr>
          <p:spPr>
            <a:xfrm>
              <a:off x="6623041" y="178185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9" name="淘宝-想搞设计PPT(倒卖必究)-29"/>
            <p:cNvSpPr/>
            <p:nvPr/>
          </p:nvSpPr>
          <p:spPr>
            <a:xfrm>
              <a:off x="6623041" y="2560143"/>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0" name="淘宝-想搞设计PPT(倒卖必究)-30"/>
            <p:cNvSpPr/>
            <p:nvPr/>
          </p:nvSpPr>
          <p:spPr>
            <a:xfrm>
              <a:off x="6623041" y="331239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1" name="淘宝-想搞设计PPT(倒卖必究)-31"/>
            <p:cNvSpPr/>
            <p:nvPr/>
          </p:nvSpPr>
          <p:spPr>
            <a:xfrm>
              <a:off x="6623041" y="405243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2" name="淘宝-想搞设计PPT(倒卖必究)-32"/>
            <p:cNvSpPr/>
            <p:nvPr/>
          </p:nvSpPr>
          <p:spPr>
            <a:xfrm>
              <a:off x="6623041" y="482340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3" name="淘宝-想搞设计PPT(倒卖必究)-33"/>
            <p:cNvSpPr txBox="1"/>
            <p:nvPr/>
          </p:nvSpPr>
          <p:spPr>
            <a:xfrm>
              <a:off x="6392125" y="2216591"/>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30C"/>
                  </a:solidFill>
                  <a:latin typeface="微软雅黑" panose="020B0503020204020204" pitchFamily="34" charset="-122"/>
                  <a:ea typeface="微软雅黑" panose="020B0503020204020204" pitchFamily="34" charset="-122"/>
                </a:rPr>
                <a:t>02</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4" name="淘宝-想搞设计PPT(倒卖必究)-34"/>
            <p:cNvSpPr txBox="1"/>
            <p:nvPr/>
          </p:nvSpPr>
          <p:spPr>
            <a:xfrm>
              <a:off x="6392125" y="2968845"/>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30C"/>
                  </a:solidFill>
                  <a:latin typeface="微软雅黑" panose="020B0503020204020204" pitchFamily="34" charset="-122"/>
                  <a:ea typeface="微软雅黑" panose="020B0503020204020204" pitchFamily="34" charset="-122"/>
                </a:rPr>
                <a:t>03</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5" name="淘宝-想搞设计PPT(倒卖必究)-35"/>
            <p:cNvSpPr txBox="1"/>
            <p:nvPr/>
          </p:nvSpPr>
          <p:spPr>
            <a:xfrm>
              <a:off x="6392125" y="3708878"/>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30C"/>
                  </a:solidFill>
                  <a:latin typeface="微软雅黑" panose="020B0503020204020204" pitchFamily="34" charset="-122"/>
                  <a:ea typeface="微软雅黑" panose="020B0503020204020204" pitchFamily="34" charset="-122"/>
                </a:rPr>
                <a:t>04</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6" name="淘宝-想搞设计PPT(倒卖必究)-36"/>
            <p:cNvSpPr txBox="1"/>
            <p:nvPr/>
          </p:nvSpPr>
          <p:spPr>
            <a:xfrm>
              <a:off x="6392125" y="4479848"/>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30C"/>
                  </a:solidFill>
                  <a:latin typeface="微软雅黑" panose="020B0503020204020204" pitchFamily="34" charset="-122"/>
                  <a:ea typeface="微软雅黑" panose="020B0503020204020204" pitchFamily="34" charset="-122"/>
                </a:rPr>
                <a:t>05</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7" name="淘宝-想搞设计PPT(倒卖必究)-37"/>
            <p:cNvSpPr txBox="1"/>
            <p:nvPr/>
          </p:nvSpPr>
          <p:spPr>
            <a:xfrm>
              <a:off x="6392125" y="1438305"/>
              <a:ext cx="856342" cy="864863"/>
            </a:xfrm>
            <a:prstGeom prst="flowChartConnector">
              <a:avLst/>
            </a:prstGeom>
            <a:noFill/>
          </p:spPr>
          <p:txBody>
            <a:bodyPr wrap="square" rtlCol="0">
              <a:spAutoFit/>
            </a:bodyPr>
            <a:lstStyle/>
            <a:p>
              <a:pPr algn="ctr">
                <a:lnSpc>
                  <a:spcPct val="200000"/>
                </a:lnSpc>
              </a:pPr>
              <a:r>
                <a:rPr lang="en-US" altLang="zh-CN" sz="2000" dirty="0">
                  <a:solidFill>
                    <a:srgbClr val="BB030C"/>
                  </a:solidFill>
                  <a:latin typeface="微软雅黑" panose="020B0503020204020204" pitchFamily="34" charset="-122"/>
                  <a:ea typeface="微软雅黑" panose="020B0503020204020204" pitchFamily="34" charset="-122"/>
                </a:rPr>
                <a:t>01</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100884" y="1564726"/>
              <a:ext cx="3233697" cy="3716901"/>
              <a:chOff x="4470289" y="1522630"/>
              <a:chExt cx="3233697" cy="3716901"/>
            </a:xfrm>
          </p:grpSpPr>
          <p:sp>
            <p:nvSpPr>
              <p:cNvPr id="39" name="淘宝-想搞设计PPT(倒卖必究)-39"/>
              <p:cNvSpPr/>
              <p:nvPr/>
            </p:nvSpPr>
            <p:spPr>
              <a:xfrm>
                <a:off x="4483113" y="2274884"/>
                <a:ext cx="2749471"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课题研究的思路与方法</a:t>
                </a:r>
              </a:p>
            </p:txBody>
          </p:sp>
          <p:sp>
            <p:nvSpPr>
              <p:cNvPr id="40" name="淘宝-想搞设计PPT(倒卖必究)-40"/>
              <p:cNvSpPr/>
              <p:nvPr/>
            </p:nvSpPr>
            <p:spPr>
              <a:xfrm>
                <a:off x="4488014" y="3779392"/>
                <a:ext cx="3215972" cy="615040"/>
              </a:xfrm>
              <a:prstGeom prst="rect">
                <a:avLst/>
              </a:prstGeom>
            </p:spPr>
            <p:txBody>
              <a:bodyPr wrap="squar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课题实践的可行性</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1" name="淘宝-想搞设计PPT(倒卖必究)-41"/>
              <p:cNvSpPr/>
              <p:nvPr/>
            </p:nvSpPr>
            <p:spPr>
              <a:xfrm>
                <a:off x="4483113" y="4531645"/>
                <a:ext cx="1980029"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课题研究的结论</a:t>
                </a:r>
              </a:p>
            </p:txBody>
          </p:sp>
          <p:sp>
            <p:nvSpPr>
              <p:cNvPr id="42" name="淘宝-想搞设计PPT(倒卖必究)-42"/>
              <p:cNvSpPr/>
              <p:nvPr/>
            </p:nvSpPr>
            <p:spPr>
              <a:xfrm>
                <a:off x="4470289" y="1522630"/>
                <a:ext cx="2236510"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选题的背景与意义</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3" name="淘宝-想搞设计PPT(倒卖必究)-43"/>
              <p:cNvSpPr/>
              <p:nvPr/>
            </p:nvSpPr>
            <p:spPr>
              <a:xfrm>
                <a:off x="4483113" y="3027138"/>
                <a:ext cx="1980029"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课题研究的进展</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grpSp>
      <p:grpSp>
        <p:nvGrpSpPr>
          <p:cNvPr id="52" name="组合 51"/>
          <p:cNvGrpSpPr/>
          <p:nvPr/>
        </p:nvGrpSpPr>
        <p:grpSpPr>
          <a:xfrm>
            <a:off x="2187369" y="1670323"/>
            <a:ext cx="1623312" cy="3247580"/>
            <a:chOff x="5369321" y="1870736"/>
            <a:chExt cx="1623312" cy="3247580"/>
          </a:xfrm>
        </p:grpSpPr>
        <p:sp>
          <p:nvSpPr>
            <p:cNvPr id="44" name="淘宝-想搞设计PPT(倒卖必究)-44"/>
            <p:cNvSpPr txBox="1"/>
            <p:nvPr/>
          </p:nvSpPr>
          <p:spPr>
            <a:xfrm>
              <a:off x="6192414" y="2157672"/>
              <a:ext cx="800219" cy="1349908"/>
            </a:xfrm>
            <a:prstGeom prst="rect">
              <a:avLst/>
            </a:prstGeom>
            <a:noFill/>
          </p:spPr>
          <p:txBody>
            <a:bodyPr vert="eaVert" wrap="square" rtlCol="0">
              <a:spAutoFit/>
            </a:bodyPr>
            <a:lstStyle/>
            <a:p>
              <a:r>
                <a:rPr lang="zh-CN" altLang="en-US" sz="4000" b="1" dirty="0">
                  <a:solidFill>
                    <a:schemeClr val="bg1"/>
                  </a:solidFill>
                  <a:latin typeface="微软雅黑" panose="020B0503020204020204" pitchFamily="34" charset="-122"/>
                  <a:ea typeface="微软雅黑" panose="020B0503020204020204" pitchFamily="34" charset="-122"/>
                </a:rPr>
                <a:t>目 录</a:t>
              </a:r>
            </a:p>
          </p:txBody>
        </p:sp>
        <p:sp>
          <p:nvSpPr>
            <p:cNvPr id="45" name="淘宝-想搞设计PPT(倒卖必究)-45"/>
            <p:cNvSpPr txBox="1"/>
            <p:nvPr/>
          </p:nvSpPr>
          <p:spPr>
            <a:xfrm>
              <a:off x="5369321" y="3537789"/>
              <a:ext cx="492443" cy="1226435"/>
            </a:xfrm>
            <a:prstGeom prst="rect">
              <a:avLst/>
            </a:prstGeom>
            <a:solidFill>
              <a:schemeClr val="bg1"/>
            </a:solidFill>
          </p:spPr>
          <p:txBody>
            <a:bodyPr vert="eaVert" wrap="square" rtlCol="0">
              <a:spAutoFit/>
            </a:bodyPr>
            <a:lstStyle/>
            <a:p>
              <a:r>
                <a:rPr lang="en-US" altLang="zh-CN" sz="2000" dirty="0">
                  <a:solidFill>
                    <a:srgbClr val="B13C42"/>
                  </a:solidFill>
                  <a:latin typeface="微软雅黑" panose="020B0503020204020204" pitchFamily="34" charset="-122"/>
                  <a:ea typeface="微软雅黑" panose="020B0503020204020204" pitchFamily="34" charset="-122"/>
                </a:rPr>
                <a:t>Contents</a:t>
              </a:r>
              <a:endParaRPr lang="zh-CN" altLang="en-US" sz="2000" dirty="0">
                <a:solidFill>
                  <a:srgbClr val="3BB7A8"/>
                </a:solidFill>
                <a:latin typeface="微软雅黑" panose="020B0503020204020204" pitchFamily="34" charset="-122"/>
                <a:ea typeface="微软雅黑" panose="020B0503020204020204" pitchFamily="34" charset="-122"/>
              </a:endParaRPr>
            </a:p>
          </p:txBody>
        </p:sp>
        <p:cxnSp>
          <p:nvCxnSpPr>
            <p:cNvPr id="46" name="淘宝-想搞设计PPT(倒卖必究)-46"/>
            <p:cNvCxnSpPr/>
            <p:nvPr/>
          </p:nvCxnSpPr>
          <p:spPr>
            <a:xfrm flipV="1">
              <a:off x="5615540" y="1870736"/>
              <a:ext cx="0" cy="1441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淘宝-想搞设计PPT(倒卖必究)-47"/>
            <p:cNvCxnSpPr/>
            <p:nvPr/>
          </p:nvCxnSpPr>
          <p:spPr>
            <a:xfrm>
              <a:off x="5615540" y="1870736"/>
              <a:ext cx="99364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淘宝-想搞设计PPT(倒卖必究)-48"/>
            <p:cNvCxnSpPr/>
            <p:nvPr/>
          </p:nvCxnSpPr>
          <p:spPr>
            <a:xfrm flipV="1">
              <a:off x="6609181" y="1870737"/>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淘宝-想搞设计PPT(倒卖必究)-49"/>
            <p:cNvCxnSpPr/>
            <p:nvPr/>
          </p:nvCxnSpPr>
          <p:spPr>
            <a:xfrm>
              <a:off x="6609181" y="3537789"/>
              <a:ext cx="0" cy="158052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淘宝-想搞设计PPT(倒卖必究)-50"/>
            <p:cNvCxnSpPr/>
            <p:nvPr/>
          </p:nvCxnSpPr>
          <p:spPr>
            <a:xfrm flipH="1">
              <a:off x="5615540" y="5118316"/>
              <a:ext cx="99364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淘宝-想搞设计PPT(倒卖必究)-51"/>
            <p:cNvCxnSpPr/>
            <p:nvPr/>
          </p:nvCxnSpPr>
          <p:spPr>
            <a:xfrm flipH="1">
              <a:off x="5615540" y="4831380"/>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4" name="Picture 53" descr="合肥工业大学.png"/>
          <p:cNvPicPr>
            <a:picLocks noChangeAspect="1"/>
          </p:cNvPicPr>
          <p:nvPr/>
        </p:nvPicPr>
        <p:blipFill>
          <a:blip r:embed="rId2"/>
          <a:stretch>
            <a:fillRect/>
          </a:stretch>
        </p:blipFill>
        <p:spPr>
          <a:xfrm>
            <a:off x="156186" y="649983"/>
            <a:ext cx="1752779" cy="415770"/>
          </a:xfrm>
          <a:prstGeom prst="rect">
            <a:avLst/>
          </a:prstGeom>
        </p:spPr>
      </p:pic>
    </p:spTree>
    <p:extLst>
      <p:ext uri="{BB962C8B-B14F-4D97-AF65-F5344CB8AC3E}">
        <p14:creationId xmlns:p14="http://schemas.microsoft.com/office/powerpoint/2010/main" val="3215724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淘宝-想搞设计PPT(倒卖必究)-6"/>
          <p:cNvSpPr/>
          <p:nvPr/>
        </p:nvSpPr>
        <p:spPr>
          <a:xfrm>
            <a:off x="0" y="678475"/>
            <a:ext cx="12192000" cy="550105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淘宝-想搞设计PPT(倒卖必究)-2"/>
          <p:cNvSpPr/>
          <p:nvPr/>
        </p:nvSpPr>
        <p:spPr>
          <a:xfrm>
            <a:off x="0" y="470648"/>
            <a:ext cx="4504765" cy="5957046"/>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淘宝-想搞设计PPT(倒卖必究)-8"/>
          <p:cNvSpPr/>
          <p:nvPr/>
        </p:nvSpPr>
        <p:spPr>
          <a:xfrm rot="5400000">
            <a:off x="1633818" y="3341595"/>
            <a:ext cx="5957046" cy="215153"/>
          </a:xfrm>
          <a:prstGeom prst="trapezoid">
            <a:avLst>
              <a:gd name="adj" fmla="val 107291"/>
            </a:avLst>
          </a:pr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淘宝-想搞设计PPT(倒卖必究)-54"/>
          <p:cNvSpPr>
            <a:spLocks noEditPoints="1"/>
          </p:cNvSpPr>
          <p:nvPr/>
        </p:nvSpPr>
        <p:spPr bwMode="auto">
          <a:xfrm>
            <a:off x="1198176" y="2099996"/>
            <a:ext cx="2698350" cy="2698350"/>
          </a:xfrm>
          <a:custGeom>
            <a:avLst/>
            <a:gdLst/>
            <a:ahLst/>
            <a:cxnLst>
              <a:cxn ang="0">
                <a:pos x="226" y="180"/>
              </a:cxn>
              <a:cxn ang="0">
                <a:pos x="0" y="690"/>
              </a:cxn>
              <a:cxn ang="0">
                <a:pos x="202" y="1180"/>
              </a:cxn>
              <a:cxn ang="0">
                <a:pos x="690" y="1382"/>
              </a:cxn>
              <a:cxn ang="0">
                <a:pos x="1202" y="1156"/>
              </a:cxn>
              <a:cxn ang="0">
                <a:pos x="1380" y="654"/>
              </a:cxn>
              <a:cxn ang="0">
                <a:pos x="1130" y="158"/>
              </a:cxn>
              <a:cxn ang="0">
                <a:pos x="1346" y="684"/>
              </a:cxn>
              <a:cxn ang="0">
                <a:pos x="1152" y="232"/>
              </a:cxn>
              <a:cxn ang="0">
                <a:pos x="308" y="168"/>
              </a:cxn>
              <a:cxn ang="0">
                <a:pos x="102" y="648"/>
              </a:cxn>
              <a:cxn ang="0">
                <a:pos x="186" y="718"/>
              </a:cxn>
              <a:cxn ang="0">
                <a:pos x="320" y="946"/>
              </a:cxn>
              <a:cxn ang="0">
                <a:pos x="350" y="1250"/>
              </a:cxn>
              <a:cxn ang="0">
                <a:pos x="1278" y="980"/>
              </a:cxn>
              <a:cxn ang="0">
                <a:pos x="1098" y="1202"/>
              </a:cxn>
              <a:cxn ang="0">
                <a:pos x="532" y="1326"/>
              </a:cxn>
              <a:cxn ang="0">
                <a:pos x="496" y="1176"/>
              </a:cxn>
              <a:cxn ang="0">
                <a:pos x="628" y="1002"/>
              </a:cxn>
              <a:cxn ang="0">
                <a:pos x="472" y="792"/>
              </a:cxn>
              <a:cxn ang="0">
                <a:pos x="324" y="778"/>
              </a:cxn>
              <a:cxn ang="0">
                <a:pos x="264" y="700"/>
              </a:cxn>
              <a:cxn ang="0">
                <a:pos x="204" y="674"/>
              </a:cxn>
              <a:cxn ang="0">
                <a:pos x="304" y="618"/>
              </a:cxn>
              <a:cxn ang="0">
                <a:pos x="358" y="554"/>
              </a:cxn>
              <a:cxn ang="0">
                <a:pos x="466" y="428"/>
              </a:cxn>
              <a:cxn ang="0">
                <a:pos x="520" y="380"/>
              </a:cxn>
              <a:cxn ang="0">
                <a:pos x="542" y="428"/>
              </a:cxn>
              <a:cxn ang="0">
                <a:pos x="472" y="296"/>
              </a:cxn>
              <a:cxn ang="0">
                <a:pos x="400" y="250"/>
              </a:cxn>
              <a:cxn ang="0">
                <a:pos x="346" y="332"/>
              </a:cxn>
              <a:cxn ang="0">
                <a:pos x="344" y="238"/>
              </a:cxn>
              <a:cxn ang="0">
                <a:pos x="390" y="244"/>
              </a:cxn>
              <a:cxn ang="0">
                <a:pos x="428" y="168"/>
              </a:cxn>
              <a:cxn ang="0">
                <a:pos x="438" y="242"/>
              </a:cxn>
              <a:cxn ang="0">
                <a:pos x="478" y="220"/>
              </a:cxn>
              <a:cxn ang="0">
                <a:pos x="472" y="150"/>
              </a:cxn>
              <a:cxn ang="0">
                <a:pos x="428" y="118"/>
              </a:cxn>
              <a:cxn ang="0">
                <a:pos x="370" y="170"/>
              </a:cxn>
              <a:cxn ang="0">
                <a:pos x="322" y="150"/>
              </a:cxn>
              <a:cxn ang="0">
                <a:pos x="570" y="118"/>
              </a:cxn>
              <a:cxn ang="0">
                <a:pos x="578" y="186"/>
              </a:cxn>
              <a:cxn ang="0">
                <a:pos x="672" y="224"/>
              </a:cxn>
              <a:cxn ang="0">
                <a:pos x="802" y="98"/>
              </a:cxn>
              <a:cxn ang="0">
                <a:pos x="862" y="58"/>
              </a:cxn>
              <a:cxn ang="0">
                <a:pos x="996" y="252"/>
              </a:cxn>
              <a:cxn ang="0">
                <a:pos x="1022" y="336"/>
              </a:cxn>
              <a:cxn ang="0">
                <a:pos x="944" y="398"/>
              </a:cxn>
              <a:cxn ang="0">
                <a:pos x="918" y="466"/>
              </a:cxn>
              <a:cxn ang="0">
                <a:pos x="862" y="516"/>
              </a:cxn>
              <a:cxn ang="0">
                <a:pos x="994" y="466"/>
              </a:cxn>
              <a:cxn ang="0">
                <a:pos x="1044" y="524"/>
              </a:cxn>
              <a:cxn ang="0">
                <a:pos x="1090" y="534"/>
              </a:cxn>
              <a:cxn ang="0">
                <a:pos x="1128" y="532"/>
              </a:cxn>
              <a:cxn ang="0">
                <a:pos x="1172" y="592"/>
              </a:cxn>
              <a:cxn ang="0">
                <a:pos x="1076" y="598"/>
              </a:cxn>
              <a:cxn ang="0">
                <a:pos x="866" y="574"/>
              </a:cxn>
              <a:cxn ang="0">
                <a:pos x="814" y="778"/>
              </a:cxn>
              <a:cxn ang="0">
                <a:pos x="998" y="840"/>
              </a:cxn>
              <a:cxn ang="0">
                <a:pos x="1026" y="1056"/>
              </a:cxn>
              <a:cxn ang="0">
                <a:pos x="1210" y="1016"/>
              </a:cxn>
              <a:cxn ang="0">
                <a:pos x="1278" y="776"/>
              </a:cxn>
              <a:cxn ang="0">
                <a:pos x="1342" y="768"/>
              </a:cxn>
            </a:cxnLst>
            <a:rect l="0" t="0" r="r" b="b"/>
            <a:pathLst>
              <a:path w="1382" h="1382">
                <a:moveTo>
                  <a:pt x="690" y="0"/>
                </a:moveTo>
                <a:lnTo>
                  <a:pt x="690" y="0"/>
                </a:lnTo>
                <a:lnTo>
                  <a:pt x="656" y="0"/>
                </a:lnTo>
                <a:lnTo>
                  <a:pt x="620" y="4"/>
                </a:lnTo>
                <a:lnTo>
                  <a:pt x="586" y="8"/>
                </a:lnTo>
                <a:lnTo>
                  <a:pt x="552" y="14"/>
                </a:lnTo>
                <a:lnTo>
                  <a:pt x="518" y="22"/>
                </a:lnTo>
                <a:lnTo>
                  <a:pt x="486" y="30"/>
                </a:lnTo>
                <a:lnTo>
                  <a:pt x="454" y="42"/>
                </a:lnTo>
                <a:lnTo>
                  <a:pt x="422" y="54"/>
                </a:lnTo>
                <a:lnTo>
                  <a:pt x="392" y="68"/>
                </a:lnTo>
                <a:lnTo>
                  <a:pt x="362" y="84"/>
                </a:lnTo>
                <a:lnTo>
                  <a:pt x="332" y="100"/>
                </a:lnTo>
                <a:lnTo>
                  <a:pt x="304" y="118"/>
                </a:lnTo>
                <a:lnTo>
                  <a:pt x="278" y="136"/>
                </a:lnTo>
                <a:lnTo>
                  <a:pt x="252" y="158"/>
                </a:lnTo>
                <a:lnTo>
                  <a:pt x="226" y="180"/>
                </a:lnTo>
                <a:lnTo>
                  <a:pt x="202" y="202"/>
                </a:lnTo>
                <a:lnTo>
                  <a:pt x="180" y="226"/>
                </a:lnTo>
                <a:lnTo>
                  <a:pt x="158" y="252"/>
                </a:lnTo>
                <a:lnTo>
                  <a:pt x="138" y="278"/>
                </a:lnTo>
                <a:lnTo>
                  <a:pt x="118" y="304"/>
                </a:lnTo>
                <a:lnTo>
                  <a:pt x="100" y="332"/>
                </a:lnTo>
                <a:lnTo>
                  <a:pt x="84" y="362"/>
                </a:lnTo>
                <a:lnTo>
                  <a:pt x="68" y="390"/>
                </a:lnTo>
                <a:lnTo>
                  <a:pt x="54" y="422"/>
                </a:lnTo>
                <a:lnTo>
                  <a:pt x="42" y="452"/>
                </a:lnTo>
                <a:lnTo>
                  <a:pt x="32" y="486"/>
                </a:lnTo>
                <a:lnTo>
                  <a:pt x="22" y="518"/>
                </a:lnTo>
                <a:lnTo>
                  <a:pt x="14" y="552"/>
                </a:lnTo>
                <a:lnTo>
                  <a:pt x="8" y="586"/>
                </a:lnTo>
                <a:lnTo>
                  <a:pt x="4" y="620"/>
                </a:lnTo>
                <a:lnTo>
                  <a:pt x="0" y="654"/>
                </a:lnTo>
                <a:lnTo>
                  <a:pt x="0" y="690"/>
                </a:lnTo>
                <a:lnTo>
                  <a:pt x="0" y="690"/>
                </a:lnTo>
                <a:lnTo>
                  <a:pt x="0" y="726"/>
                </a:lnTo>
                <a:lnTo>
                  <a:pt x="4" y="762"/>
                </a:lnTo>
                <a:lnTo>
                  <a:pt x="8" y="796"/>
                </a:lnTo>
                <a:lnTo>
                  <a:pt x="14" y="830"/>
                </a:lnTo>
                <a:lnTo>
                  <a:pt x="22" y="864"/>
                </a:lnTo>
                <a:lnTo>
                  <a:pt x="32" y="896"/>
                </a:lnTo>
                <a:lnTo>
                  <a:pt x="42" y="928"/>
                </a:lnTo>
                <a:lnTo>
                  <a:pt x="54" y="960"/>
                </a:lnTo>
                <a:lnTo>
                  <a:pt x="68" y="990"/>
                </a:lnTo>
                <a:lnTo>
                  <a:pt x="84" y="1020"/>
                </a:lnTo>
                <a:lnTo>
                  <a:pt x="100" y="1048"/>
                </a:lnTo>
                <a:lnTo>
                  <a:pt x="118" y="1076"/>
                </a:lnTo>
                <a:lnTo>
                  <a:pt x="138" y="1104"/>
                </a:lnTo>
                <a:lnTo>
                  <a:pt x="158" y="1130"/>
                </a:lnTo>
                <a:lnTo>
                  <a:pt x="180" y="1156"/>
                </a:lnTo>
                <a:lnTo>
                  <a:pt x="202" y="1180"/>
                </a:lnTo>
                <a:lnTo>
                  <a:pt x="226" y="1202"/>
                </a:lnTo>
                <a:lnTo>
                  <a:pt x="252" y="1224"/>
                </a:lnTo>
                <a:lnTo>
                  <a:pt x="278" y="1244"/>
                </a:lnTo>
                <a:lnTo>
                  <a:pt x="304" y="1264"/>
                </a:lnTo>
                <a:lnTo>
                  <a:pt x="332" y="1282"/>
                </a:lnTo>
                <a:lnTo>
                  <a:pt x="362" y="1298"/>
                </a:lnTo>
                <a:lnTo>
                  <a:pt x="392" y="1314"/>
                </a:lnTo>
                <a:lnTo>
                  <a:pt x="422" y="1328"/>
                </a:lnTo>
                <a:lnTo>
                  <a:pt x="454" y="1340"/>
                </a:lnTo>
                <a:lnTo>
                  <a:pt x="486" y="1350"/>
                </a:lnTo>
                <a:lnTo>
                  <a:pt x="518" y="1360"/>
                </a:lnTo>
                <a:lnTo>
                  <a:pt x="552" y="1368"/>
                </a:lnTo>
                <a:lnTo>
                  <a:pt x="586" y="1374"/>
                </a:lnTo>
                <a:lnTo>
                  <a:pt x="620" y="1378"/>
                </a:lnTo>
                <a:lnTo>
                  <a:pt x="656" y="1380"/>
                </a:lnTo>
                <a:lnTo>
                  <a:pt x="690" y="1382"/>
                </a:lnTo>
                <a:lnTo>
                  <a:pt x="690" y="1382"/>
                </a:lnTo>
                <a:lnTo>
                  <a:pt x="726" y="1380"/>
                </a:lnTo>
                <a:lnTo>
                  <a:pt x="762" y="1378"/>
                </a:lnTo>
                <a:lnTo>
                  <a:pt x="796" y="1374"/>
                </a:lnTo>
                <a:lnTo>
                  <a:pt x="830" y="1368"/>
                </a:lnTo>
                <a:lnTo>
                  <a:pt x="864" y="1360"/>
                </a:lnTo>
                <a:lnTo>
                  <a:pt x="896" y="1350"/>
                </a:lnTo>
                <a:lnTo>
                  <a:pt x="928" y="1340"/>
                </a:lnTo>
                <a:lnTo>
                  <a:pt x="960" y="1328"/>
                </a:lnTo>
                <a:lnTo>
                  <a:pt x="990" y="1314"/>
                </a:lnTo>
                <a:lnTo>
                  <a:pt x="1020" y="1298"/>
                </a:lnTo>
                <a:lnTo>
                  <a:pt x="1050" y="1282"/>
                </a:lnTo>
                <a:lnTo>
                  <a:pt x="1078" y="1264"/>
                </a:lnTo>
                <a:lnTo>
                  <a:pt x="1104" y="1244"/>
                </a:lnTo>
                <a:lnTo>
                  <a:pt x="1130" y="1224"/>
                </a:lnTo>
                <a:lnTo>
                  <a:pt x="1156" y="1202"/>
                </a:lnTo>
                <a:lnTo>
                  <a:pt x="1180" y="1180"/>
                </a:lnTo>
                <a:lnTo>
                  <a:pt x="1202" y="1156"/>
                </a:lnTo>
                <a:lnTo>
                  <a:pt x="1224" y="1130"/>
                </a:lnTo>
                <a:lnTo>
                  <a:pt x="1244" y="1104"/>
                </a:lnTo>
                <a:lnTo>
                  <a:pt x="1264" y="1076"/>
                </a:lnTo>
                <a:lnTo>
                  <a:pt x="1282" y="1048"/>
                </a:lnTo>
                <a:lnTo>
                  <a:pt x="1298" y="1020"/>
                </a:lnTo>
                <a:lnTo>
                  <a:pt x="1314" y="990"/>
                </a:lnTo>
                <a:lnTo>
                  <a:pt x="1328" y="960"/>
                </a:lnTo>
                <a:lnTo>
                  <a:pt x="1340" y="928"/>
                </a:lnTo>
                <a:lnTo>
                  <a:pt x="1350" y="896"/>
                </a:lnTo>
                <a:lnTo>
                  <a:pt x="1360" y="864"/>
                </a:lnTo>
                <a:lnTo>
                  <a:pt x="1368" y="830"/>
                </a:lnTo>
                <a:lnTo>
                  <a:pt x="1374" y="796"/>
                </a:lnTo>
                <a:lnTo>
                  <a:pt x="1378" y="762"/>
                </a:lnTo>
                <a:lnTo>
                  <a:pt x="1380" y="726"/>
                </a:lnTo>
                <a:lnTo>
                  <a:pt x="1382" y="690"/>
                </a:lnTo>
                <a:lnTo>
                  <a:pt x="1382" y="690"/>
                </a:lnTo>
                <a:lnTo>
                  <a:pt x="1380" y="654"/>
                </a:lnTo>
                <a:lnTo>
                  <a:pt x="1378" y="620"/>
                </a:lnTo>
                <a:lnTo>
                  <a:pt x="1374" y="586"/>
                </a:lnTo>
                <a:lnTo>
                  <a:pt x="1368" y="552"/>
                </a:lnTo>
                <a:lnTo>
                  <a:pt x="1360" y="518"/>
                </a:lnTo>
                <a:lnTo>
                  <a:pt x="1350" y="486"/>
                </a:lnTo>
                <a:lnTo>
                  <a:pt x="1340" y="452"/>
                </a:lnTo>
                <a:lnTo>
                  <a:pt x="1328" y="422"/>
                </a:lnTo>
                <a:lnTo>
                  <a:pt x="1314" y="390"/>
                </a:lnTo>
                <a:lnTo>
                  <a:pt x="1298" y="362"/>
                </a:lnTo>
                <a:lnTo>
                  <a:pt x="1282" y="332"/>
                </a:lnTo>
                <a:lnTo>
                  <a:pt x="1264" y="304"/>
                </a:lnTo>
                <a:lnTo>
                  <a:pt x="1244" y="278"/>
                </a:lnTo>
                <a:lnTo>
                  <a:pt x="1224" y="252"/>
                </a:lnTo>
                <a:lnTo>
                  <a:pt x="1202" y="226"/>
                </a:lnTo>
                <a:lnTo>
                  <a:pt x="1180" y="202"/>
                </a:lnTo>
                <a:lnTo>
                  <a:pt x="1156" y="180"/>
                </a:lnTo>
                <a:lnTo>
                  <a:pt x="1130" y="158"/>
                </a:lnTo>
                <a:lnTo>
                  <a:pt x="1104" y="136"/>
                </a:lnTo>
                <a:lnTo>
                  <a:pt x="1078" y="118"/>
                </a:lnTo>
                <a:lnTo>
                  <a:pt x="1050" y="100"/>
                </a:lnTo>
                <a:lnTo>
                  <a:pt x="1020" y="84"/>
                </a:lnTo>
                <a:lnTo>
                  <a:pt x="990" y="68"/>
                </a:lnTo>
                <a:lnTo>
                  <a:pt x="960" y="54"/>
                </a:lnTo>
                <a:lnTo>
                  <a:pt x="928" y="42"/>
                </a:lnTo>
                <a:lnTo>
                  <a:pt x="896" y="30"/>
                </a:lnTo>
                <a:lnTo>
                  <a:pt x="864" y="22"/>
                </a:lnTo>
                <a:lnTo>
                  <a:pt x="830" y="14"/>
                </a:lnTo>
                <a:lnTo>
                  <a:pt x="796" y="8"/>
                </a:lnTo>
                <a:lnTo>
                  <a:pt x="762" y="4"/>
                </a:lnTo>
                <a:lnTo>
                  <a:pt x="726" y="0"/>
                </a:lnTo>
                <a:lnTo>
                  <a:pt x="690" y="0"/>
                </a:lnTo>
                <a:lnTo>
                  <a:pt x="690" y="0"/>
                </a:lnTo>
                <a:close/>
                <a:moveTo>
                  <a:pt x="1346" y="684"/>
                </a:moveTo>
                <a:lnTo>
                  <a:pt x="1346" y="684"/>
                </a:lnTo>
                <a:lnTo>
                  <a:pt x="1342" y="670"/>
                </a:lnTo>
                <a:lnTo>
                  <a:pt x="1336" y="654"/>
                </a:lnTo>
                <a:lnTo>
                  <a:pt x="1336" y="654"/>
                </a:lnTo>
                <a:lnTo>
                  <a:pt x="1344" y="654"/>
                </a:lnTo>
                <a:lnTo>
                  <a:pt x="1344" y="654"/>
                </a:lnTo>
                <a:lnTo>
                  <a:pt x="1346" y="684"/>
                </a:lnTo>
                <a:lnTo>
                  <a:pt x="1346" y="684"/>
                </a:lnTo>
                <a:close/>
                <a:moveTo>
                  <a:pt x="1158" y="232"/>
                </a:moveTo>
                <a:lnTo>
                  <a:pt x="1158" y="232"/>
                </a:lnTo>
                <a:lnTo>
                  <a:pt x="1176" y="252"/>
                </a:lnTo>
                <a:lnTo>
                  <a:pt x="1176" y="252"/>
                </a:lnTo>
                <a:lnTo>
                  <a:pt x="1172" y="254"/>
                </a:lnTo>
                <a:lnTo>
                  <a:pt x="1168" y="256"/>
                </a:lnTo>
                <a:lnTo>
                  <a:pt x="1164" y="254"/>
                </a:lnTo>
                <a:lnTo>
                  <a:pt x="1162" y="250"/>
                </a:lnTo>
                <a:lnTo>
                  <a:pt x="1156" y="242"/>
                </a:lnTo>
                <a:lnTo>
                  <a:pt x="1152" y="232"/>
                </a:lnTo>
                <a:lnTo>
                  <a:pt x="1152" y="232"/>
                </a:lnTo>
                <a:lnTo>
                  <a:pt x="1158" y="232"/>
                </a:lnTo>
                <a:lnTo>
                  <a:pt x="1158" y="232"/>
                </a:lnTo>
                <a:close/>
                <a:moveTo>
                  <a:pt x="314" y="188"/>
                </a:moveTo>
                <a:lnTo>
                  <a:pt x="314" y="188"/>
                </a:lnTo>
                <a:lnTo>
                  <a:pt x="306" y="180"/>
                </a:lnTo>
                <a:lnTo>
                  <a:pt x="300" y="178"/>
                </a:lnTo>
                <a:lnTo>
                  <a:pt x="294" y="178"/>
                </a:lnTo>
                <a:lnTo>
                  <a:pt x="290" y="180"/>
                </a:lnTo>
                <a:lnTo>
                  <a:pt x="278" y="190"/>
                </a:lnTo>
                <a:lnTo>
                  <a:pt x="270" y="194"/>
                </a:lnTo>
                <a:lnTo>
                  <a:pt x="262" y="196"/>
                </a:lnTo>
                <a:lnTo>
                  <a:pt x="262" y="196"/>
                </a:lnTo>
                <a:lnTo>
                  <a:pt x="284" y="178"/>
                </a:lnTo>
                <a:lnTo>
                  <a:pt x="306" y="160"/>
                </a:lnTo>
                <a:lnTo>
                  <a:pt x="306" y="160"/>
                </a:lnTo>
                <a:lnTo>
                  <a:pt x="308" y="168"/>
                </a:lnTo>
                <a:lnTo>
                  <a:pt x="310" y="174"/>
                </a:lnTo>
                <a:lnTo>
                  <a:pt x="314" y="180"/>
                </a:lnTo>
                <a:lnTo>
                  <a:pt x="314" y="188"/>
                </a:lnTo>
                <a:lnTo>
                  <a:pt x="314" y="188"/>
                </a:lnTo>
                <a:close/>
                <a:moveTo>
                  <a:pt x="36" y="690"/>
                </a:moveTo>
                <a:lnTo>
                  <a:pt x="36" y="690"/>
                </a:lnTo>
                <a:lnTo>
                  <a:pt x="38" y="648"/>
                </a:lnTo>
                <a:lnTo>
                  <a:pt x="42" y="608"/>
                </a:lnTo>
                <a:lnTo>
                  <a:pt x="48" y="568"/>
                </a:lnTo>
                <a:lnTo>
                  <a:pt x="56" y="528"/>
                </a:lnTo>
                <a:lnTo>
                  <a:pt x="56" y="528"/>
                </a:lnTo>
                <a:lnTo>
                  <a:pt x="64" y="566"/>
                </a:lnTo>
                <a:lnTo>
                  <a:pt x="68" y="584"/>
                </a:lnTo>
                <a:lnTo>
                  <a:pt x="76" y="600"/>
                </a:lnTo>
                <a:lnTo>
                  <a:pt x="84" y="618"/>
                </a:lnTo>
                <a:lnTo>
                  <a:pt x="92" y="634"/>
                </a:lnTo>
                <a:lnTo>
                  <a:pt x="102" y="648"/>
                </a:lnTo>
                <a:lnTo>
                  <a:pt x="116" y="662"/>
                </a:lnTo>
                <a:lnTo>
                  <a:pt x="116" y="662"/>
                </a:lnTo>
                <a:lnTo>
                  <a:pt x="112" y="650"/>
                </a:lnTo>
                <a:lnTo>
                  <a:pt x="108" y="640"/>
                </a:lnTo>
                <a:lnTo>
                  <a:pt x="104" y="630"/>
                </a:lnTo>
                <a:lnTo>
                  <a:pt x="102" y="618"/>
                </a:lnTo>
                <a:lnTo>
                  <a:pt x="102" y="618"/>
                </a:lnTo>
                <a:lnTo>
                  <a:pt x="116" y="630"/>
                </a:lnTo>
                <a:lnTo>
                  <a:pt x="122" y="636"/>
                </a:lnTo>
                <a:lnTo>
                  <a:pt x="126" y="644"/>
                </a:lnTo>
                <a:lnTo>
                  <a:pt x="130" y="652"/>
                </a:lnTo>
                <a:lnTo>
                  <a:pt x="132" y="662"/>
                </a:lnTo>
                <a:lnTo>
                  <a:pt x="134" y="674"/>
                </a:lnTo>
                <a:lnTo>
                  <a:pt x="134" y="686"/>
                </a:lnTo>
                <a:lnTo>
                  <a:pt x="134" y="686"/>
                </a:lnTo>
                <a:lnTo>
                  <a:pt x="160" y="704"/>
                </a:lnTo>
                <a:lnTo>
                  <a:pt x="186" y="718"/>
                </a:lnTo>
                <a:lnTo>
                  <a:pt x="240" y="748"/>
                </a:lnTo>
                <a:lnTo>
                  <a:pt x="268" y="764"/>
                </a:lnTo>
                <a:lnTo>
                  <a:pt x="292" y="780"/>
                </a:lnTo>
                <a:lnTo>
                  <a:pt x="314" y="800"/>
                </a:lnTo>
                <a:lnTo>
                  <a:pt x="324" y="812"/>
                </a:lnTo>
                <a:lnTo>
                  <a:pt x="334" y="824"/>
                </a:lnTo>
                <a:lnTo>
                  <a:pt x="334" y="824"/>
                </a:lnTo>
                <a:lnTo>
                  <a:pt x="328" y="836"/>
                </a:lnTo>
                <a:lnTo>
                  <a:pt x="320" y="848"/>
                </a:lnTo>
                <a:lnTo>
                  <a:pt x="302" y="868"/>
                </a:lnTo>
                <a:lnTo>
                  <a:pt x="302" y="868"/>
                </a:lnTo>
                <a:lnTo>
                  <a:pt x="300" y="882"/>
                </a:lnTo>
                <a:lnTo>
                  <a:pt x="300" y="896"/>
                </a:lnTo>
                <a:lnTo>
                  <a:pt x="304" y="910"/>
                </a:lnTo>
                <a:lnTo>
                  <a:pt x="308" y="922"/>
                </a:lnTo>
                <a:lnTo>
                  <a:pt x="314" y="934"/>
                </a:lnTo>
                <a:lnTo>
                  <a:pt x="320" y="946"/>
                </a:lnTo>
                <a:lnTo>
                  <a:pt x="338" y="968"/>
                </a:lnTo>
                <a:lnTo>
                  <a:pt x="356" y="990"/>
                </a:lnTo>
                <a:lnTo>
                  <a:pt x="374" y="1012"/>
                </a:lnTo>
                <a:lnTo>
                  <a:pt x="382" y="1024"/>
                </a:lnTo>
                <a:lnTo>
                  <a:pt x="388" y="1036"/>
                </a:lnTo>
                <a:lnTo>
                  <a:pt x="392" y="1048"/>
                </a:lnTo>
                <a:lnTo>
                  <a:pt x="396" y="1060"/>
                </a:lnTo>
                <a:lnTo>
                  <a:pt x="396" y="1060"/>
                </a:lnTo>
                <a:lnTo>
                  <a:pt x="398" y="1090"/>
                </a:lnTo>
                <a:lnTo>
                  <a:pt x="398" y="1120"/>
                </a:lnTo>
                <a:lnTo>
                  <a:pt x="396" y="1148"/>
                </a:lnTo>
                <a:lnTo>
                  <a:pt x="394" y="1176"/>
                </a:lnTo>
                <a:lnTo>
                  <a:pt x="386" y="1228"/>
                </a:lnTo>
                <a:lnTo>
                  <a:pt x="386" y="1250"/>
                </a:lnTo>
                <a:lnTo>
                  <a:pt x="388" y="1270"/>
                </a:lnTo>
                <a:lnTo>
                  <a:pt x="388" y="1270"/>
                </a:lnTo>
                <a:lnTo>
                  <a:pt x="350" y="1250"/>
                </a:lnTo>
                <a:lnTo>
                  <a:pt x="312" y="1224"/>
                </a:lnTo>
                <a:lnTo>
                  <a:pt x="278" y="1198"/>
                </a:lnTo>
                <a:lnTo>
                  <a:pt x="244" y="1170"/>
                </a:lnTo>
                <a:lnTo>
                  <a:pt x="214" y="1138"/>
                </a:lnTo>
                <a:lnTo>
                  <a:pt x="184" y="1106"/>
                </a:lnTo>
                <a:lnTo>
                  <a:pt x="158" y="1070"/>
                </a:lnTo>
                <a:lnTo>
                  <a:pt x="134" y="1034"/>
                </a:lnTo>
                <a:lnTo>
                  <a:pt x="112" y="996"/>
                </a:lnTo>
                <a:lnTo>
                  <a:pt x="92" y="956"/>
                </a:lnTo>
                <a:lnTo>
                  <a:pt x="76" y="914"/>
                </a:lnTo>
                <a:lnTo>
                  <a:pt x="62" y="872"/>
                </a:lnTo>
                <a:lnTo>
                  <a:pt x="50" y="828"/>
                </a:lnTo>
                <a:lnTo>
                  <a:pt x="42" y="784"/>
                </a:lnTo>
                <a:lnTo>
                  <a:pt x="38" y="738"/>
                </a:lnTo>
                <a:lnTo>
                  <a:pt x="36" y="690"/>
                </a:lnTo>
                <a:lnTo>
                  <a:pt x="36" y="690"/>
                </a:lnTo>
                <a:close/>
                <a:moveTo>
                  <a:pt x="1278" y="980"/>
                </a:moveTo>
                <a:lnTo>
                  <a:pt x="1278" y="980"/>
                </a:lnTo>
                <a:lnTo>
                  <a:pt x="1276" y="974"/>
                </a:lnTo>
                <a:lnTo>
                  <a:pt x="1272" y="970"/>
                </a:lnTo>
                <a:lnTo>
                  <a:pt x="1272" y="970"/>
                </a:lnTo>
                <a:lnTo>
                  <a:pt x="1266" y="982"/>
                </a:lnTo>
                <a:lnTo>
                  <a:pt x="1258" y="994"/>
                </a:lnTo>
                <a:lnTo>
                  <a:pt x="1244" y="1014"/>
                </a:lnTo>
                <a:lnTo>
                  <a:pt x="1238" y="1024"/>
                </a:lnTo>
                <a:lnTo>
                  <a:pt x="1232" y="1036"/>
                </a:lnTo>
                <a:lnTo>
                  <a:pt x="1230" y="1048"/>
                </a:lnTo>
                <a:lnTo>
                  <a:pt x="1230" y="1060"/>
                </a:lnTo>
                <a:lnTo>
                  <a:pt x="1230" y="1060"/>
                </a:lnTo>
                <a:lnTo>
                  <a:pt x="1208" y="1092"/>
                </a:lnTo>
                <a:lnTo>
                  <a:pt x="1182" y="1122"/>
                </a:lnTo>
                <a:lnTo>
                  <a:pt x="1156" y="1150"/>
                </a:lnTo>
                <a:lnTo>
                  <a:pt x="1128" y="1178"/>
                </a:lnTo>
                <a:lnTo>
                  <a:pt x="1098" y="1202"/>
                </a:lnTo>
                <a:lnTo>
                  <a:pt x="1068" y="1226"/>
                </a:lnTo>
                <a:lnTo>
                  <a:pt x="1034" y="1248"/>
                </a:lnTo>
                <a:lnTo>
                  <a:pt x="1000" y="1268"/>
                </a:lnTo>
                <a:lnTo>
                  <a:pt x="966" y="1284"/>
                </a:lnTo>
                <a:lnTo>
                  <a:pt x="928" y="1300"/>
                </a:lnTo>
                <a:lnTo>
                  <a:pt x="892" y="1314"/>
                </a:lnTo>
                <a:lnTo>
                  <a:pt x="854" y="1324"/>
                </a:lnTo>
                <a:lnTo>
                  <a:pt x="814" y="1334"/>
                </a:lnTo>
                <a:lnTo>
                  <a:pt x="774" y="1340"/>
                </a:lnTo>
                <a:lnTo>
                  <a:pt x="732" y="1344"/>
                </a:lnTo>
                <a:lnTo>
                  <a:pt x="690" y="1346"/>
                </a:lnTo>
                <a:lnTo>
                  <a:pt x="690" y="1346"/>
                </a:lnTo>
                <a:lnTo>
                  <a:pt x="658" y="1344"/>
                </a:lnTo>
                <a:lnTo>
                  <a:pt x="626" y="1342"/>
                </a:lnTo>
                <a:lnTo>
                  <a:pt x="594" y="1338"/>
                </a:lnTo>
                <a:lnTo>
                  <a:pt x="564" y="1332"/>
                </a:lnTo>
                <a:lnTo>
                  <a:pt x="532" y="1326"/>
                </a:lnTo>
                <a:lnTo>
                  <a:pt x="502" y="1318"/>
                </a:lnTo>
                <a:lnTo>
                  <a:pt x="474" y="1308"/>
                </a:lnTo>
                <a:lnTo>
                  <a:pt x="444" y="1298"/>
                </a:lnTo>
                <a:lnTo>
                  <a:pt x="444" y="1298"/>
                </a:lnTo>
                <a:lnTo>
                  <a:pt x="448" y="1266"/>
                </a:lnTo>
                <a:lnTo>
                  <a:pt x="450" y="1252"/>
                </a:lnTo>
                <a:lnTo>
                  <a:pt x="454" y="1240"/>
                </a:lnTo>
                <a:lnTo>
                  <a:pt x="460" y="1228"/>
                </a:lnTo>
                <a:lnTo>
                  <a:pt x="470" y="1218"/>
                </a:lnTo>
                <a:lnTo>
                  <a:pt x="484" y="1210"/>
                </a:lnTo>
                <a:lnTo>
                  <a:pt x="502" y="1202"/>
                </a:lnTo>
                <a:lnTo>
                  <a:pt x="502" y="1202"/>
                </a:lnTo>
                <a:lnTo>
                  <a:pt x="504" y="1196"/>
                </a:lnTo>
                <a:lnTo>
                  <a:pt x="504" y="1192"/>
                </a:lnTo>
                <a:lnTo>
                  <a:pt x="500" y="1186"/>
                </a:lnTo>
                <a:lnTo>
                  <a:pt x="498" y="1180"/>
                </a:lnTo>
                <a:lnTo>
                  <a:pt x="496" y="1176"/>
                </a:lnTo>
                <a:lnTo>
                  <a:pt x="496" y="1172"/>
                </a:lnTo>
                <a:lnTo>
                  <a:pt x="496" y="1172"/>
                </a:lnTo>
                <a:lnTo>
                  <a:pt x="504" y="1172"/>
                </a:lnTo>
                <a:lnTo>
                  <a:pt x="510" y="1172"/>
                </a:lnTo>
                <a:lnTo>
                  <a:pt x="522" y="1168"/>
                </a:lnTo>
                <a:lnTo>
                  <a:pt x="532" y="1160"/>
                </a:lnTo>
                <a:lnTo>
                  <a:pt x="542" y="1150"/>
                </a:lnTo>
                <a:lnTo>
                  <a:pt x="550" y="1136"/>
                </a:lnTo>
                <a:lnTo>
                  <a:pt x="558" y="1122"/>
                </a:lnTo>
                <a:lnTo>
                  <a:pt x="562" y="1106"/>
                </a:lnTo>
                <a:lnTo>
                  <a:pt x="566" y="1090"/>
                </a:lnTo>
                <a:lnTo>
                  <a:pt x="566" y="1090"/>
                </a:lnTo>
                <a:lnTo>
                  <a:pt x="616" y="1064"/>
                </a:lnTo>
                <a:lnTo>
                  <a:pt x="616" y="1064"/>
                </a:lnTo>
                <a:lnTo>
                  <a:pt x="618" y="1042"/>
                </a:lnTo>
                <a:lnTo>
                  <a:pt x="622" y="1020"/>
                </a:lnTo>
                <a:lnTo>
                  <a:pt x="628" y="1002"/>
                </a:lnTo>
                <a:lnTo>
                  <a:pt x="636" y="986"/>
                </a:lnTo>
                <a:lnTo>
                  <a:pt x="650" y="952"/>
                </a:lnTo>
                <a:lnTo>
                  <a:pt x="656" y="934"/>
                </a:lnTo>
                <a:lnTo>
                  <a:pt x="660" y="912"/>
                </a:lnTo>
                <a:lnTo>
                  <a:pt x="660" y="912"/>
                </a:lnTo>
                <a:lnTo>
                  <a:pt x="630" y="900"/>
                </a:lnTo>
                <a:lnTo>
                  <a:pt x="602" y="886"/>
                </a:lnTo>
                <a:lnTo>
                  <a:pt x="572" y="874"/>
                </a:lnTo>
                <a:lnTo>
                  <a:pt x="540" y="862"/>
                </a:lnTo>
                <a:lnTo>
                  <a:pt x="540" y="862"/>
                </a:lnTo>
                <a:lnTo>
                  <a:pt x="540" y="830"/>
                </a:lnTo>
                <a:lnTo>
                  <a:pt x="540" y="830"/>
                </a:lnTo>
                <a:lnTo>
                  <a:pt x="530" y="824"/>
                </a:lnTo>
                <a:lnTo>
                  <a:pt x="518" y="816"/>
                </a:lnTo>
                <a:lnTo>
                  <a:pt x="494" y="806"/>
                </a:lnTo>
                <a:lnTo>
                  <a:pt x="482" y="800"/>
                </a:lnTo>
                <a:lnTo>
                  <a:pt x="472" y="792"/>
                </a:lnTo>
                <a:lnTo>
                  <a:pt x="464" y="780"/>
                </a:lnTo>
                <a:lnTo>
                  <a:pt x="458" y="768"/>
                </a:lnTo>
                <a:lnTo>
                  <a:pt x="458" y="768"/>
                </a:lnTo>
                <a:lnTo>
                  <a:pt x="430" y="766"/>
                </a:lnTo>
                <a:lnTo>
                  <a:pt x="408" y="764"/>
                </a:lnTo>
                <a:lnTo>
                  <a:pt x="390" y="758"/>
                </a:lnTo>
                <a:lnTo>
                  <a:pt x="382" y="754"/>
                </a:lnTo>
                <a:lnTo>
                  <a:pt x="376" y="748"/>
                </a:lnTo>
                <a:lnTo>
                  <a:pt x="376" y="748"/>
                </a:lnTo>
                <a:lnTo>
                  <a:pt x="368" y="752"/>
                </a:lnTo>
                <a:lnTo>
                  <a:pt x="362" y="756"/>
                </a:lnTo>
                <a:lnTo>
                  <a:pt x="352" y="766"/>
                </a:lnTo>
                <a:lnTo>
                  <a:pt x="342" y="774"/>
                </a:lnTo>
                <a:lnTo>
                  <a:pt x="334" y="778"/>
                </a:lnTo>
                <a:lnTo>
                  <a:pt x="326" y="780"/>
                </a:lnTo>
                <a:lnTo>
                  <a:pt x="326" y="780"/>
                </a:lnTo>
                <a:lnTo>
                  <a:pt x="324" y="778"/>
                </a:lnTo>
                <a:lnTo>
                  <a:pt x="322" y="776"/>
                </a:lnTo>
                <a:lnTo>
                  <a:pt x="314" y="774"/>
                </a:lnTo>
                <a:lnTo>
                  <a:pt x="314" y="774"/>
                </a:lnTo>
                <a:lnTo>
                  <a:pt x="304" y="772"/>
                </a:lnTo>
                <a:lnTo>
                  <a:pt x="296" y="768"/>
                </a:lnTo>
                <a:lnTo>
                  <a:pt x="294" y="762"/>
                </a:lnTo>
                <a:lnTo>
                  <a:pt x="292" y="754"/>
                </a:lnTo>
                <a:lnTo>
                  <a:pt x="292" y="738"/>
                </a:lnTo>
                <a:lnTo>
                  <a:pt x="294" y="718"/>
                </a:lnTo>
                <a:lnTo>
                  <a:pt x="294" y="718"/>
                </a:lnTo>
                <a:lnTo>
                  <a:pt x="286" y="716"/>
                </a:lnTo>
                <a:lnTo>
                  <a:pt x="276" y="718"/>
                </a:lnTo>
                <a:lnTo>
                  <a:pt x="266" y="718"/>
                </a:lnTo>
                <a:lnTo>
                  <a:pt x="264" y="716"/>
                </a:lnTo>
                <a:lnTo>
                  <a:pt x="264" y="712"/>
                </a:lnTo>
                <a:lnTo>
                  <a:pt x="264" y="712"/>
                </a:lnTo>
                <a:lnTo>
                  <a:pt x="264" y="700"/>
                </a:lnTo>
                <a:lnTo>
                  <a:pt x="266" y="692"/>
                </a:lnTo>
                <a:lnTo>
                  <a:pt x="270" y="684"/>
                </a:lnTo>
                <a:lnTo>
                  <a:pt x="276" y="680"/>
                </a:lnTo>
                <a:lnTo>
                  <a:pt x="276" y="680"/>
                </a:lnTo>
                <a:lnTo>
                  <a:pt x="274" y="672"/>
                </a:lnTo>
                <a:lnTo>
                  <a:pt x="268" y="668"/>
                </a:lnTo>
                <a:lnTo>
                  <a:pt x="262" y="666"/>
                </a:lnTo>
                <a:lnTo>
                  <a:pt x="254" y="666"/>
                </a:lnTo>
                <a:lnTo>
                  <a:pt x="248" y="670"/>
                </a:lnTo>
                <a:lnTo>
                  <a:pt x="242" y="674"/>
                </a:lnTo>
                <a:lnTo>
                  <a:pt x="238" y="678"/>
                </a:lnTo>
                <a:lnTo>
                  <a:pt x="238" y="686"/>
                </a:lnTo>
                <a:lnTo>
                  <a:pt x="238" y="686"/>
                </a:lnTo>
                <a:lnTo>
                  <a:pt x="232" y="686"/>
                </a:lnTo>
                <a:lnTo>
                  <a:pt x="232" y="686"/>
                </a:lnTo>
                <a:lnTo>
                  <a:pt x="216" y="680"/>
                </a:lnTo>
                <a:lnTo>
                  <a:pt x="204" y="674"/>
                </a:lnTo>
                <a:lnTo>
                  <a:pt x="196" y="666"/>
                </a:lnTo>
                <a:lnTo>
                  <a:pt x="192" y="656"/>
                </a:lnTo>
                <a:lnTo>
                  <a:pt x="192" y="648"/>
                </a:lnTo>
                <a:lnTo>
                  <a:pt x="194" y="638"/>
                </a:lnTo>
                <a:lnTo>
                  <a:pt x="198" y="628"/>
                </a:lnTo>
                <a:lnTo>
                  <a:pt x="204" y="618"/>
                </a:lnTo>
                <a:lnTo>
                  <a:pt x="214" y="608"/>
                </a:lnTo>
                <a:lnTo>
                  <a:pt x="224" y="600"/>
                </a:lnTo>
                <a:lnTo>
                  <a:pt x="234" y="594"/>
                </a:lnTo>
                <a:lnTo>
                  <a:pt x="246" y="588"/>
                </a:lnTo>
                <a:lnTo>
                  <a:pt x="260" y="586"/>
                </a:lnTo>
                <a:lnTo>
                  <a:pt x="272" y="584"/>
                </a:lnTo>
                <a:lnTo>
                  <a:pt x="284" y="586"/>
                </a:lnTo>
                <a:lnTo>
                  <a:pt x="294" y="592"/>
                </a:lnTo>
                <a:lnTo>
                  <a:pt x="294" y="592"/>
                </a:lnTo>
                <a:lnTo>
                  <a:pt x="298" y="604"/>
                </a:lnTo>
                <a:lnTo>
                  <a:pt x="304" y="618"/>
                </a:lnTo>
                <a:lnTo>
                  <a:pt x="310" y="628"/>
                </a:lnTo>
                <a:lnTo>
                  <a:pt x="314" y="632"/>
                </a:lnTo>
                <a:lnTo>
                  <a:pt x="320" y="636"/>
                </a:lnTo>
                <a:lnTo>
                  <a:pt x="320" y="636"/>
                </a:lnTo>
                <a:lnTo>
                  <a:pt x="326" y="630"/>
                </a:lnTo>
                <a:lnTo>
                  <a:pt x="328" y="622"/>
                </a:lnTo>
                <a:lnTo>
                  <a:pt x="326" y="614"/>
                </a:lnTo>
                <a:lnTo>
                  <a:pt x="326" y="604"/>
                </a:lnTo>
                <a:lnTo>
                  <a:pt x="322" y="588"/>
                </a:lnTo>
                <a:lnTo>
                  <a:pt x="322" y="582"/>
                </a:lnTo>
                <a:lnTo>
                  <a:pt x="326" y="578"/>
                </a:lnTo>
                <a:lnTo>
                  <a:pt x="326" y="578"/>
                </a:lnTo>
                <a:lnTo>
                  <a:pt x="332" y="570"/>
                </a:lnTo>
                <a:lnTo>
                  <a:pt x="338" y="562"/>
                </a:lnTo>
                <a:lnTo>
                  <a:pt x="346" y="556"/>
                </a:lnTo>
                <a:lnTo>
                  <a:pt x="352" y="554"/>
                </a:lnTo>
                <a:lnTo>
                  <a:pt x="358" y="554"/>
                </a:lnTo>
                <a:lnTo>
                  <a:pt x="358" y="554"/>
                </a:lnTo>
                <a:lnTo>
                  <a:pt x="360" y="540"/>
                </a:lnTo>
                <a:lnTo>
                  <a:pt x="366" y="528"/>
                </a:lnTo>
                <a:lnTo>
                  <a:pt x="370" y="518"/>
                </a:lnTo>
                <a:lnTo>
                  <a:pt x="378" y="508"/>
                </a:lnTo>
                <a:lnTo>
                  <a:pt x="392" y="492"/>
                </a:lnTo>
                <a:lnTo>
                  <a:pt x="410" y="478"/>
                </a:lnTo>
                <a:lnTo>
                  <a:pt x="430" y="466"/>
                </a:lnTo>
                <a:lnTo>
                  <a:pt x="448" y="456"/>
                </a:lnTo>
                <a:lnTo>
                  <a:pt x="478" y="440"/>
                </a:lnTo>
                <a:lnTo>
                  <a:pt x="478" y="440"/>
                </a:lnTo>
                <a:lnTo>
                  <a:pt x="478" y="434"/>
                </a:lnTo>
                <a:lnTo>
                  <a:pt x="478" y="434"/>
                </a:lnTo>
                <a:lnTo>
                  <a:pt x="476" y="430"/>
                </a:lnTo>
                <a:lnTo>
                  <a:pt x="474" y="428"/>
                </a:lnTo>
                <a:lnTo>
                  <a:pt x="466" y="428"/>
                </a:lnTo>
                <a:lnTo>
                  <a:pt x="466" y="428"/>
                </a:lnTo>
                <a:lnTo>
                  <a:pt x="460" y="426"/>
                </a:lnTo>
                <a:lnTo>
                  <a:pt x="458" y="424"/>
                </a:lnTo>
                <a:lnTo>
                  <a:pt x="458" y="422"/>
                </a:lnTo>
                <a:lnTo>
                  <a:pt x="458" y="422"/>
                </a:lnTo>
                <a:lnTo>
                  <a:pt x="458" y="416"/>
                </a:lnTo>
                <a:lnTo>
                  <a:pt x="460" y="412"/>
                </a:lnTo>
                <a:lnTo>
                  <a:pt x="462" y="406"/>
                </a:lnTo>
                <a:lnTo>
                  <a:pt x="466" y="400"/>
                </a:lnTo>
                <a:lnTo>
                  <a:pt x="466" y="396"/>
                </a:lnTo>
                <a:lnTo>
                  <a:pt x="466" y="390"/>
                </a:lnTo>
                <a:lnTo>
                  <a:pt x="466" y="390"/>
                </a:lnTo>
                <a:lnTo>
                  <a:pt x="472" y="396"/>
                </a:lnTo>
                <a:lnTo>
                  <a:pt x="480" y="400"/>
                </a:lnTo>
                <a:lnTo>
                  <a:pt x="488" y="398"/>
                </a:lnTo>
                <a:lnTo>
                  <a:pt x="496" y="396"/>
                </a:lnTo>
                <a:lnTo>
                  <a:pt x="512" y="386"/>
                </a:lnTo>
                <a:lnTo>
                  <a:pt x="520" y="380"/>
                </a:lnTo>
                <a:lnTo>
                  <a:pt x="528" y="376"/>
                </a:lnTo>
                <a:lnTo>
                  <a:pt x="528" y="376"/>
                </a:lnTo>
                <a:lnTo>
                  <a:pt x="524" y="384"/>
                </a:lnTo>
                <a:lnTo>
                  <a:pt x="520" y="388"/>
                </a:lnTo>
                <a:lnTo>
                  <a:pt x="516" y="392"/>
                </a:lnTo>
                <a:lnTo>
                  <a:pt x="510" y="396"/>
                </a:lnTo>
                <a:lnTo>
                  <a:pt x="510" y="396"/>
                </a:lnTo>
                <a:lnTo>
                  <a:pt x="506" y="402"/>
                </a:lnTo>
                <a:lnTo>
                  <a:pt x="502" y="412"/>
                </a:lnTo>
                <a:lnTo>
                  <a:pt x="502" y="416"/>
                </a:lnTo>
                <a:lnTo>
                  <a:pt x="504" y="420"/>
                </a:lnTo>
                <a:lnTo>
                  <a:pt x="508" y="422"/>
                </a:lnTo>
                <a:lnTo>
                  <a:pt x="516" y="422"/>
                </a:lnTo>
                <a:lnTo>
                  <a:pt x="516" y="422"/>
                </a:lnTo>
                <a:lnTo>
                  <a:pt x="524" y="422"/>
                </a:lnTo>
                <a:lnTo>
                  <a:pt x="532" y="426"/>
                </a:lnTo>
                <a:lnTo>
                  <a:pt x="542" y="428"/>
                </a:lnTo>
                <a:lnTo>
                  <a:pt x="554" y="428"/>
                </a:lnTo>
                <a:lnTo>
                  <a:pt x="554" y="428"/>
                </a:lnTo>
                <a:lnTo>
                  <a:pt x="548" y="408"/>
                </a:lnTo>
                <a:lnTo>
                  <a:pt x="542" y="390"/>
                </a:lnTo>
                <a:lnTo>
                  <a:pt x="534" y="372"/>
                </a:lnTo>
                <a:lnTo>
                  <a:pt x="526" y="356"/>
                </a:lnTo>
                <a:lnTo>
                  <a:pt x="508" y="322"/>
                </a:lnTo>
                <a:lnTo>
                  <a:pt x="498" y="304"/>
                </a:lnTo>
                <a:lnTo>
                  <a:pt x="490" y="282"/>
                </a:lnTo>
                <a:lnTo>
                  <a:pt x="490" y="282"/>
                </a:lnTo>
                <a:lnTo>
                  <a:pt x="484" y="280"/>
                </a:lnTo>
                <a:lnTo>
                  <a:pt x="480" y="282"/>
                </a:lnTo>
                <a:lnTo>
                  <a:pt x="478" y="284"/>
                </a:lnTo>
                <a:lnTo>
                  <a:pt x="478" y="288"/>
                </a:lnTo>
                <a:lnTo>
                  <a:pt x="476" y="292"/>
                </a:lnTo>
                <a:lnTo>
                  <a:pt x="474" y="296"/>
                </a:lnTo>
                <a:lnTo>
                  <a:pt x="472" y="296"/>
                </a:lnTo>
                <a:lnTo>
                  <a:pt x="464" y="294"/>
                </a:lnTo>
                <a:lnTo>
                  <a:pt x="464" y="294"/>
                </a:lnTo>
                <a:lnTo>
                  <a:pt x="458" y="294"/>
                </a:lnTo>
                <a:lnTo>
                  <a:pt x="454" y="290"/>
                </a:lnTo>
                <a:lnTo>
                  <a:pt x="452" y="284"/>
                </a:lnTo>
                <a:lnTo>
                  <a:pt x="450" y="278"/>
                </a:lnTo>
                <a:lnTo>
                  <a:pt x="448" y="266"/>
                </a:lnTo>
                <a:lnTo>
                  <a:pt x="444" y="260"/>
                </a:lnTo>
                <a:lnTo>
                  <a:pt x="440" y="258"/>
                </a:lnTo>
                <a:lnTo>
                  <a:pt x="440" y="258"/>
                </a:lnTo>
                <a:lnTo>
                  <a:pt x="432" y="258"/>
                </a:lnTo>
                <a:lnTo>
                  <a:pt x="426" y="256"/>
                </a:lnTo>
                <a:lnTo>
                  <a:pt x="414" y="252"/>
                </a:lnTo>
                <a:lnTo>
                  <a:pt x="408" y="246"/>
                </a:lnTo>
                <a:lnTo>
                  <a:pt x="402" y="244"/>
                </a:lnTo>
                <a:lnTo>
                  <a:pt x="402" y="244"/>
                </a:lnTo>
                <a:lnTo>
                  <a:pt x="400" y="250"/>
                </a:lnTo>
                <a:lnTo>
                  <a:pt x="398" y="250"/>
                </a:lnTo>
                <a:lnTo>
                  <a:pt x="396" y="250"/>
                </a:lnTo>
                <a:lnTo>
                  <a:pt x="396" y="250"/>
                </a:lnTo>
                <a:lnTo>
                  <a:pt x="396" y="278"/>
                </a:lnTo>
                <a:lnTo>
                  <a:pt x="394" y="298"/>
                </a:lnTo>
                <a:lnTo>
                  <a:pt x="390" y="312"/>
                </a:lnTo>
                <a:lnTo>
                  <a:pt x="386" y="322"/>
                </a:lnTo>
                <a:lnTo>
                  <a:pt x="374" y="342"/>
                </a:lnTo>
                <a:lnTo>
                  <a:pt x="366" y="354"/>
                </a:lnTo>
                <a:lnTo>
                  <a:pt x="358" y="370"/>
                </a:lnTo>
                <a:lnTo>
                  <a:pt x="358" y="370"/>
                </a:lnTo>
                <a:lnTo>
                  <a:pt x="356" y="362"/>
                </a:lnTo>
                <a:lnTo>
                  <a:pt x="354" y="354"/>
                </a:lnTo>
                <a:lnTo>
                  <a:pt x="350" y="344"/>
                </a:lnTo>
                <a:lnTo>
                  <a:pt x="352" y="332"/>
                </a:lnTo>
                <a:lnTo>
                  <a:pt x="352" y="332"/>
                </a:lnTo>
                <a:lnTo>
                  <a:pt x="346" y="332"/>
                </a:lnTo>
                <a:lnTo>
                  <a:pt x="340" y="330"/>
                </a:lnTo>
                <a:lnTo>
                  <a:pt x="332" y="326"/>
                </a:lnTo>
                <a:lnTo>
                  <a:pt x="332" y="326"/>
                </a:lnTo>
                <a:lnTo>
                  <a:pt x="316" y="320"/>
                </a:lnTo>
                <a:lnTo>
                  <a:pt x="302" y="314"/>
                </a:lnTo>
                <a:lnTo>
                  <a:pt x="294" y="308"/>
                </a:lnTo>
                <a:lnTo>
                  <a:pt x="290" y="304"/>
                </a:lnTo>
                <a:lnTo>
                  <a:pt x="286" y="296"/>
                </a:lnTo>
                <a:lnTo>
                  <a:pt x="282" y="288"/>
                </a:lnTo>
                <a:lnTo>
                  <a:pt x="282" y="288"/>
                </a:lnTo>
                <a:lnTo>
                  <a:pt x="296" y="272"/>
                </a:lnTo>
                <a:lnTo>
                  <a:pt x="310" y="256"/>
                </a:lnTo>
                <a:lnTo>
                  <a:pt x="326" y="242"/>
                </a:lnTo>
                <a:lnTo>
                  <a:pt x="334" y="236"/>
                </a:lnTo>
                <a:lnTo>
                  <a:pt x="346" y="232"/>
                </a:lnTo>
                <a:lnTo>
                  <a:pt x="346" y="232"/>
                </a:lnTo>
                <a:lnTo>
                  <a:pt x="344" y="238"/>
                </a:lnTo>
                <a:lnTo>
                  <a:pt x="346" y="244"/>
                </a:lnTo>
                <a:lnTo>
                  <a:pt x="350" y="248"/>
                </a:lnTo>
                <a:lnTo>
                  <a:pt x="356" y="252"/>
                </a:lnTo>
                <a:lnTo>
                  <a:pt x="360" y="254"/>
                </a:lnTo>
                <a:lnTo>
                  <a:pt x="366" y="254"/>
                </a:lnTo>
                <a:lnTo>
                  <a:pt x="368" y="254"/>
                </a:lnTo>
                <a:lnTo>
                  <a:pt x="370" y="250"/>
                </a:lnTo>
                <a:lnTo>
                  <a:pt x="370" y="250"/>
                </a:lnTo>
                <a:lnTo>
                  <a:pt x="366" y="250"/>
                </a:lnTo>
                <a:lnTo>
                  <a:pt x="366" y="246"/>
                </a:lnTo>
                <a:lnTo>
                  <a:pt x="366" y="240"/>
                </a:lnTo>
                <a:lnTo>
                  <a:pt x="370" y="238"/>
                </a:lnTo>
                <a:lnTo>
                  <a:pt x="370" y="238"/>
                </a:lnTo>
                <a:lnTo>
                  <a:pt x="376" y="238"/>
                </a:lnTo>
                <a:lnTo>
                  <a:pt x="382" y="240"/>
                </a:lnTo>
                <a:lnTo>
                  <a:pt x="390" y="244"/>
                </a:lnTo>
                <a:lnTo>
                  <a:pt x="390" y="244"/>
                </a:lnTo>
                <a:lnTo>
                  <a:pt x="388" y="234"/>
                </a:lnTo>
                <a:lnTo>
                  <a:pt x="384" y="228"/>
                </a:lnTo>
                <a:lnTo>
                  <a:pt x="378" y="224"/>
                </a:lnTo>
                <a:lnTo>
                  <a:pt x="370" y="220"/>
                </a:lnTo>
                <a:lnTo>
                  <a:pt x="370" y="220"/>
                </a:lnTo>
                <a:lnTo>
                  <a:pt x="374" y="214"/>
                </a:lnTo>
                <a:lnTo>
                  <a:pt x="378" y="210"/>
                </a:lnTo>
                <a:lnTo>
                  <a:pt x="388" y="202"/>
                </a:lnTo>
                <a:lnTo>
                  <a:pt x="392" y="198"/>
                </a:lnTo>
                <a:lnTo>
                  <a:pt x="394" y="192"/>
                </a:lnTo>
                <a:lnTo>
                  <a:pt x="396" y="184"/>
                </a:lnTo>
                <a:lnTo>
                  <a:pt x="396" y="176"/>
                </a:lnTo>
                <a:lnTo>
                  <a:pt x="396" y="176"/>
                </a:lnTo>
                <a:lnTo>
                  <a:pt x="390" y="172"/>
                </a:lnTo>
                <a:lnTo>
                  <a:pt x="390" y="170"/>
                </a:lnTo>
                <a:lnTo>
                  <a:pt x="400" y="168"/>
                </a:lnTo>
                <a:lnTo>
                  <a:pt x="428" y="168"/>
                </a:lnTo>
                <a:lnTo>
                  <a:pt x="428" y="168"/>
                </a:lnTo>
                <a:lnTo>
                  <a:pt x="426" y="174"/>
                </a:lnTo>
                <a:lnTo>
                  <a:pt x="428" y="180"/>
                </a:lnTo>
                <a:lnTo>
                  <a:pt x="434" y="184"/>
                </a:lnTo>
                <a:lnTo>
                  <a:pt x="440" y="190"/>
                </a:lnTo>
                <a:lnTo>
                  <a:pt x="440" y="194"/>
                </a:lnTo>
                <a:lnTo>
                  <a:pt x="440" y="200"/>
                </a:lnTo>
                <a:lnTo>
                  <a:pt x="440" y="200"/>
                </a:lnTo>
                <a:lnTo>
                  <a:pt x="438" y="206"/>
                </a:lnTo>
                <a:lnTo>
                  <a:pt x="436" y="212"/>
                </a:lnTo>
                <a:lnTo>
                  <a:pt x="432" y="216"/>
                </a:lnTo>
                <a:lnTo>
                  <a:pt x="426" y="218"/>
                </a:lnTo>
                <a:lnTo>
                  <a:pt x="414" y="222"/>
                </a:lnTo>
                <a:lnTo>
                  <a:pt x="402" y="226"/>
                </a:lnTo>
                <a:lnTo>
                  <a:pt x="402" y="226"/>
                </a:lnTo>
                <a:lnTo>
                  <a:pt x="422" y="234"/>
                </a:lnTo>
                <a:lnTo>
                  <a:pt x="438" y="242"/>
                </a:lnTo>
                <a:lnTo>
                  <a:pt x="454" y="254"/>
                </a:lnTo>
                <a:lnTo>
                  <a:pt x="472" y="264"/>
                </a:lnTo>
                <a:lnTo>
                  <a:pt x="472" y="264"/>
                </a:lnTo>
                <a:lnTo>
                  <a:pt x="476" y="260"/>
                </a:lnTo>
                <a:lnTo>
                  <a:pt x="476" y="256"/>
                </a:lnTo>
                <a:lnTo>
                  <a:pt x="474" y="248"/>
                </a:lnTo>
                <a:lnTo>
                  <a:pt x="474" y="248"/>
                </a:lnTo>
                <a:lnTo>
                  <a:pt x="476" y="246"/>
                </a:lnTo>
                <a:lnTo>
                  <a:pt x="490" y="250"/>
                </a:lnTo>
                <a:lnTo>
                  <a:pt x="490" y="250"/>
                </a:lnTo>
                <a:lnTo>
                  <a:pt x="490" y="240"/>
                </a:lnTo>
                <a:lnTo>
                  <a:pt x="490" y="230"/>
                </a:lnTo>
                <a:lnTo>
                  <a:pt x="488" y="226"/>
                </a:lnTo>
                <a:lnTo>
                  <a:pt x="486" y="222"/>
                </a:lnTo>
                <a:lnTo>
                  <a:pt x="482" y="220"/>
                </a:lnTo>
                <a:lnTo>
                  <a:pt x="478" y="220"/>
                </a:lnTo>
                <a:lnTo>
                  <a:pt x="478" y="220"/>
                </a:lnTo>
                <a:lnTo>
                  <a:pt x="480" y="214"/>
                </a:lnTo>
                <a:lnTo>
                  <a:pt x="484" y="212"/>
                </a:lnTo>
                <a:lnTo>
                  <a:pt x="486" y="214"/>
                </a:lnTo>
                <a:lnTo>
                  <a:pt x="490" y="216"/>
                </a:lnTo>
                <a:lnTo>
                  <a:pt x="496" y="222"/>
                </a:lnTo>
                <a:lnTo>
                  <a:pt x="500" y="224"/>
                </a:lnTo>
                <a:lnTo>
                  <a:pt x="502" y="226"/>
                </a:lnTo>
                <a:lnTo>
                  <a:pt x="502" y="226"/>
                </a:lnTo>
                <a:lnTo>
                  <a:pt x="506" y="222"/>
                </a:lnTo>
                <a:lnTo>
                  <a:pt x="510" y="218"/>
                </a:lnTo>
                <a:lnTo>
                  <a:pt x="514" y="214"/>
                </a:lnTo>
                <a:lnTo>
                  <a:pt x="522" y="214"/>
                </a:lnTo>
                <a:lnTo>
                  <a:pt x="522" y="214"/>
                </a:lnTo>
                <a:lnTo>
                  <a:pt x="510" y="200"/>
                </a:lnTo>
                <a:lnTo>
                  <a:pt x="500" y="186"/>
                </a:lnTo>
                <a:lnTo>
                  <a:pt x="482" y="160"/>
                </a:lnTo>
                <a:lnTo>
                  <a:pt x="472" y="150"/>
                </a:lnTo>
                <a:lnTo>
                  <a:pt x="458" y="142"/>
                </a:lnTo>
                <a:lnTo>
                  <a:pt x="450" y="140"/>
                </a:lnTo>
                <a:lnTo>
                  <a:pt x="442" y="138"/>
                </a:lnTo>
                <a:lnTo>
                  <a:pt x="432" y="136"/>
                </a:lnTo>
                <a:lnTo>
                  <a:pt x="420" y="138"/>
                </a:lnTo>
                <a:lnTo>
                  <a:pt x="420" y="138"/>
                </a:lnTo>
                <a:lnTo>
                  <a:pt x="416" y="134"/>
                </a:lnTo>
                <a:lnTo>
                  <a:pt x="416" y="134"/>
                </a:lnTo>
                <a:lnTo>
                  <a:pt x="422" y="132"/>
                </a:lnTo>
                <a:lnTo>
                  <a:pt x="446" y="132"/>
                </a:lnTo>
                <a:lnTo>
                  <a:pt x="446" y="132"/>
                </a:lnTo>
                <a:lnTo>
                  <a:pt x="444" y="128"/>
                </a:lnTo>
                <a:lnTo>
                  <a:pt x="442" y="126"/>
                </a:lnTo>
                <a:lnTo>
                  <a:pt x="436" y="126"/>
                </a:lnTo>
                <a:lnTo>
                  <a:pt x="430" y="124"/>
                </a:lnTo>
                <a:lnTo>
                  <a:pt x="428" y="122"/>
                </a:lnTo>
                <a:lnTo>
                  <a:pt x="428" y="118"/>
                </a:lnTo>
                <a:lnTo>
                  <a:pt x="428" y="118"/>
                </a:lnTo>
                <a:lnTo>
                  <a:pt x="418" y="122"/>
                </a:lnTo>
                <a:lnTo>
                  <a:pt x="406" y="124"/>
                </a:lnTo>
                <a:lnTo>
                  <a:pt x="382" y="126"/>
                </a:lnTo>
                <a:lnTo>
                  <a:pt x="370" y="128"/>
                </a:lnTo>
                <a:lnTo>
                  <a:pt x="360" y="132"/>
                </a:lnTo>
                <a:lnTo>
                  <a:pt x="356" y="136"/>
                </a:lnTo>
                <a:lnTo>
                  <a:pt x="354" y="140"/>
                </a:lnTo>
                <a:lnTo>
                  <a:pt x="352" y="144"/>
                </a:lnTo>
                <a:lnTo>
                  <a:pt x="352" y="150"/>
                </a:lnTo>
                <a:lnTo>
                  <a:pt x="352" y="150"/>
                </a:lnTo>
                <a:lnTo>
                  <a:pt x="352" y="156"/>
                </a:lnTo>
                <a:lnTo>
                  <a:pt x="354" y="160"/>
                </a:lnTo>
                <a:lnTo>
                  <a:pt x="358" y="164"/>
                </a:lnTo>
                <a:lnTo>
                  <a:pt x="362" y="164"/>
                </a:lnTo>
                <a:lnTo>
                  <a:pt x="366" y="166"/>
                </a:lnTo>
                <a:lnTo>
                  <a:pt x="370" y="170"/>
                </a:lnTo>
                <a:lnTo>
                  <a:pt x="372" y="174"/>
                </a:lnTo>
                <a:lnTo>
                  <a:pt x="370" y="182"/>
                </a:lnTo>
                <a:lnTo>
                  <a:pt x="370" y="182"/>
                </a:lnTo>
                <a:lnTo>
                  <a:pt x="362" y="186"/>
                </a:lnTo>
                <a:lnTo>
                  <a:pt x="360" y="190"/>
                </a:lnTo>
                <a:lnTo>
                  <a:pt x="358" y="194"/>
                </a:lnTo>
                <a:lnTo>
                  <a:pt x="358" y="194"/>
                </a:lnTo>
                <a:lnTo>
                  <a:pt x="354" y="186"/>
                </a:lnTo>
                <a:lnTo>
                  <a:pt x="350" y="182"/>
                </a:lnTo>
                <a:lnTo>
                  <a:pt x="340" y="176"/>
                </a:lnTo>
                <a:lnTo>
                  <a:pt x="336" y="174"/>
                </a:lnTo>
                <a:lnTo>
                  <a:pt x="332" y="168"/>
                </a:lnTo>
                <a:lnTo>
                  <a:pt x="328" y="162"/>
                </a:lnTo>
                <a:lnTo>
                  <a:pt x="326" y="150"/>
                </a:lnTo>
                <a:lnTo>
                  <a:pt x="326" y="150"/>
                </a:lnTo>
                <a:lnTo>
                  <a:pt x="322" y="150"/>
                </a:lnTo>
                <a:lnTo>
                  <a:pt x="322" y="150"/>
                </a:lnTo>
                <a:lnTo>
                  <a:pt x="350" y="132"/>
                </a:lnTo>
                <a:lnTo>
                  <a:pt x="378" y="116"/>
                </a:lnTo>
                <a:lnTo>
                  <a:pt x="378" y="116"/>
                </a:lnTo>
                <a:lnTo>
                  <a:pt x="402" y="114"/>
                </a:lnTo>
                <a:lnTo>
                  <a:pt x="428" y="112"/>
                </a:lnTo>
                <a:lnTo>
                  <a:pt x="428" y="112"/>
                </a:lnTo>
                <a:lnTo>
                  <a:pt x="436" y="96"/>
                </a:lnTo>
                <a:lnTo>
                  <a:pt x="446" y="82"/>
                </a:lnTo>
                <a:lnTo>
                  <a:pt x="446" y="82"/>
                </a:lnTo>
                <a:lnTo>
                  <a:pt x="488" y="68"/>
                </a:lnTo>
                <a:lnTo>
                  <a:pt x="488" y="68"/>
                </a:lnTo>
                <a:lnTo>
                  <a:pt x="492" y="74"/>
                </a:lnTo>
                <a:lnTo>
                  <a:pt x="498" y="80"/>
                </a:lnTo>
                <a:lnTo>
                  <a:pt x="514" y="90"/>
                </a:lnTo>
                <a:lnTo>
                  <a:pt x="548" y="104"/>
                </a:lnTo>
                <a:lnTo>
                  <a:pt x="564" y="112"/>
                </a:lnTo>
                <a:lnTo>
                  <a:pt x="570" y="118"/>
                </a:lnTo>
                <a:lnTo>
                  <a:pt x="574" y="126"/>
                </a:lnTo>
                <a:lnTo>
                  <a:pt x="576" y="134"/>
                </a:lnTo>
                <a:lnTo>
                  <a:pt x="578" y="144"/>
                </a:lnTo>
                <a:lnTo>
                  <a:pt x="576" y="154"/>
                </a:lnTo>
                <a:lnTo>
                  <a:pt x="572" y="168"/>
                </a:lnTo>
                <a:lnTo>
                  <a:pt x="572" y="168"/>
                </a:lnTo>
                <a:lnTo>
                  <a:pt x="574" y="172"/>
                </a:lnTo>
                <a:lnTo>
                  <a:pt x="576" y="174"/>
                </a:lnTo>
                <a:lnTo>
                  <a:pt x="580" y="174"/>
                </a:lnTo>
                <a:lnTo>
                  <a:pt x="582" y="172"/>
                </a:lnTo>
                <a:lnTo>
                  <a:pt x="582" y="172"/>
                </a:lnTo>
                <a:lnTo>
                  <a:pt x="584" y="168"/>
                </a:lnTo>
                <a:lnTo>
                  <a:pt x="584" y="168"/>
                </a:lnTo>
                <a:lnTo>
                  <a:pt x="584" y="172"/>
                </a:lnTo>
                <a:lnTo>
                  <a:pt x="582" y="172"/>
                </a:lnTo>
                <a:lnTo>
                  <a:pt x="582" y="172"/>
                </a:lnTo>
                <a:lnTo>
                  <a:pt x="578" y="186"/>
                </a:lnTo>
                <a:lnTo>
                  <a:pt x="576" y="202"/>
                </a:lnTo>
                <a:lnTo>
                  <a:pt x="578" y="218"/>
                </a:lnTo>
                <a:lnTo>
                  <a:pt x="580" y="236"/>
                </a:lnTo>
                <a:lnTo>
                  <a:pt x="586" y="254"/>
                </a:lnTo>
                <a:lnTo>
                  <a:pt x="596" y="270"/>
                </a:lnTo>
                <a:lnTo>
                  <a:pt x="602" y="276"/>
                </a:lnTo>
                <a:lnTo>
                  <a:pt x="608" y="282"/>
                </a:lnTo>
                <a:lnTo>
                  <a:pt x="614" y="286"/>
                </a:lnTo>
                <a:lnTo>
                  <a:pt x="622" y="288"/>
                </a:lnTo>
                <a:lnTo>
                  <a:pt x="622" y="288"/>
                </a:lnTo>
                <a:lnTo>
                  <a:pt x="628" y="284"/>
                </a:lnTo>
                <a:lnTo>
                  <a:pt x="634" y="278"/>
                </a:lnTo>
                <a:lnTo>
                  <a:pt x="644" y="264"/>
                </a:lnTo>
                <a:lnTo>
                  <a:pt x="652" y="252"/>
                </a:lnTo>
                <a:lnTo>
                  <a:pt x="660" y="238"/>
                </a:lnTo>
                <a:lnTo>
                  <a:pt x="660" y="238"/>
                </a:lnTo>
                <a:lnTo>
                  <a:pt x="672" y="224"/>
                </a:lnTo>
                <a:lnTo>
                  <a:pt x="688" y="214"/>
                </a:lnTo>
                <a:lnTo>
                  <a:pt x="704" y="204"/>
                </a:lnTo>
                <a:lnTo>
                  <a:pt x="724" y="196"/>
                </a:lnTo>
                <a:lnTo>
                  <a:pt x="762" y="184"/>
                </a:lnTo>
                <a:lnTo>
                  <a:pt x="782" y="176"/>
                </a:lnTo>
                <a:lnTo>
                  <a:pt x="800" y="168"/>
                </a:lnTo>
                <a:lnTo>
                  <a:pt x="800" y="168"/>
                </a:lnTo>
                <a:lnTo>
                  <a:pt x="794" y="164"/>
                </a:lnTo>
                <a:lnTo>
                  <a:pt x="792" y="160"/>
                </a:lnTo>
                <a:lnTo>
                  <a:pt x="790" y="156"/>
                </a:lnTo>
                <a:lnTo>
                  <a:pt x="790" y="150"/>
                </a:lnTo>
                <a:lnTo>
                  <a:pt x="792" y="142"/>
                </a:lnTo>
                <a:lnTo>
                  <a:pt x="796" y="132"/>
                </a:lnTo>
                <a:lnTo>
                  <a:pt x="800" y="124"/>
                </a:lnTo>
                <a:lnTo>
                  <a:pt x="804" y="114"/>
                </a:lnTo>
                <a:lnTo>
                  <a:pt x="804" y="104"/>
                </a:lnTo>
                <a:lnTo>
                  <a:pt x="802" y="98"/>
                </a:lnTo>
                <a:lnTo>
                  <a:pt x="800" y="94"/>
                </a:lnTo>
                <a:lnTo>
                  <a:pt x="800" y="94"/>
                </a:lnTo>
                <a:lnTo>
                  <a:pt x="800" y="90"/>
                </a:lnTo>
                <a:lnTo>
                  <a:pt x="802" y="90"/>
                </a:lnTo>
                <a:lnTo>
                  <a:pt x="806" y="90"/>
                </a:lnTo>
                <a:lnTo>
                  <a:pt x="810" y="92"/>
                </a:lnTo>
                <a:lnTo>
                  <a:pt x="818" y="94"/>
                </a:lnTo>
                <a:lnTo>
                  <a:pt x="818" y="94"/>
                </a:lnTo>
                <a:lnTo>
                  <a:pt x="816" y="84"/>
                </a:lnTo>
                <a:lnTo>
                  <a:pt x="814" y="76"/>
                </a:lnTo>
                <a:lnTo>
                  <a:pt x="810" y="68"/>
                </a:lnTo>
                <a:lnTo>
                  <a:pt x="812" y="56"/>
                </a:lnTo>
                <a:lnTo>
                  <a:pt x="812" y="56"/>
                </a:lnTo>
                <a:lnTo>
                  <a:pt x="818" y="54"/>
                </a:lnTo>
                <a:lnTo>
                  <a:pt x="824" y="50"/>
                </a:lnTo>
                <a:lnTo>
                  <a:pt x="824" y="50"/>
                </a:lnTo>
                <a:lnTo>
                  <a:pt x="862" y="58"/>
                </a:lnTo>
                <a:lnTo>
                  <a:pt x="898" y="70"/>
                </a:lnTo>
                <a:lnTo>
                  <a:pt x="934" y="82"/>
                </a:lnTo>
                <a:lnTo>
                  <a:pt x="970" y="98"/>
                </a:lnTo>
                <a:lnTo>
                  <a:pt x="1004" y="116"/>
                </a:lnTo>
                <a:lnTo>
                  <a:pt x="1036" y="134"/>
                </a:lnTo>
                <a:lnTo>
                  <a:pt x="1068" y="154"/>
                </a:lnTo>
                <a:lnTo>
                  <a:pt x="1098" y="178"/>
                </a:lnTo>
                <a:lnTo>
                  <a:pt x="1098" y="178"/>
                </a:lnTo>
                <a:lnTo>
                  <a:pt x="1090" y="176"/>
                </a:lnTo>
                <a:lnTo>
                  <a:pt x="1090" y="176"/>
                </a:lnTo>
                <a:lnTo>
                  <a:pt x="1078" y="178"/>
                </a:lnTo>
                <a:lnTo>
                  <a:pt x="1066" y="180"/>
                </a:lnTo>
                <a:lnTo>
                  <a:pt x="1056" y="184"/>
                </a:lnTo>
                <a:lnTo>
                  <a:pt x="1048" y="190"/>
                </a:lnTo>
                <a:lnTo>
                  <a:pt x="1032" y="204"/>
                </a:lnTo>
                <a:lnTo>
                  <a:pt x="1018" y="218"/>
                </a:lnTo>
                <a:lnTo>
                  <a:pt x="996" y="252"/>
                </a:lnTo>
                <a:lnTo>
                  <a:pt x="984" y="268"/>
                </a:lnTo>
                <a:lnTo>
                  <a:pt x="970" y="282"/>
                </a:lnTo>
                <a:lnTo>
                  <a:pt x="970" y="282"/>
                </a:lnTo>
                <a:lnTo>
                  <a:pt x="972" y="286"/>
                </a:lnTo>
                <a:lnTo>
                  <a:pt x="974" y="290"/>
                </a:lnTo>
                <a:lnTo>
                  <a:pt x="976" y="302"/>
                </a:lnTo>
                <a:lnTo>
                  <a:pt x="978" y="312"/>
                </a:lnTo>
                <a:lnTo>
                  <a:pt x="980" y="316"/>
                </a:lnTo>
                <a:lnTo>
                  <a:pt x="982" y="320"/>
                </a:lnTo>
                <a:lnTo>
                  <a:pt x="982" y="320"/>
                </a:lnTo>
                <a:lnTo>
                  <a:pt x="988" y="316"/>
                </a:lnTo>
                <a:lnTo>
                  <a:pt x="996" y="314"/>
                </a:lnTo>
                <a:lnTo>
                  <a:pt x="1004" y="314"/>
                </a:lnTo>
                <a:lnTo>
                  <a:pt x="1014" y="314"/>
                </a:lnTo>
                <a:lnTo>
                  <a:pt x="1014" y="314"/>
                </a:lnTo>
                <a:lnTo>
                  <a:pt x="1018" y="322"/>
                </a:lnTo>
                <a:lnTo>
                  <a:pt x="1022" y="336"/>
                </a:lnTo>
                <a:lnTo>
                  <a:pt x="1020" y="344"/>
                </a:lnTo>
                <a:lnTo>
                  <a:pt x="1018" y="348"/>
                </a:lnTo>
                <a:lnTo>
                  <a:pt x="1014" y="352"/>
                </a:lnTo>
                <a:lnTo>
                  <a:pt x="1008" y="352"/>
                </a:lnTo>
                <a:lnTo>
                  <a:pt x="1008" y="352"/>
                </a:lnTo>
                <a:lnTo>
                  <a:pt x="1006" y="342"/>
                </a:lnTo>
                <a:lnTo>
                  <a:pt x="1008" y="334"/>
                </a:lnTo>
                <a:lnTo>
                  <a:pt x="1010" y="326"/>
                </a:lnTo>
                <a:lnTo>
                  <a:pt x="1014" y="320"/>
                </a:lnTo>
                <a:lnTo>
                  <a:pt x="1014" y="320"/>
                </a:lnTo>
                <a:lnTo>
                  <a:pt x="1002" y="330"/>
                </a:lnTo>
                <a:lnTo>
                  <a:pt x="994" y="342"/>
                </a:lnTo>
                <a:lnTo>
                  <a:pt x="978" y="368"/>
                </a:lnTo>
                <a:lnTo>
                  <a:pt x="968" y="382"/>
                </a:lnTo>
                <a:lnTo>
                  <a:pt x="958" y="392"/>
                </a:lnTo>
                <a:lnTo>
                  <a:pt x="950" y="396"/>
                </a:lnTo>
                <a:lnTo>
                  <a:pt x="944" y="398"/>
                </a:lnTo>
                <a:lnTo>
                  <a:pt x="934" y="402"/>
                </a:lnTo>
                <a:lnTo>
                  <a:pt x="926" y="402"/>
                </a:lnTo>
                <a:lnTo>
                  <a:pt x="926" y="402"/>
                </a:lnTo>
                <a:lnTo>
                  <a:pt x="926" y="406"/>
                </a:lnTo>
                <a:lnTo>
                  <a:pt x="924" y="410"/>
                </a:lnTo>
                <a:lnTo>
                  <a:pt x="916" y="412"/>
                </a:lnTo>
                <a:lnTo>
                  <a:pt x="910" y="416"/>
                </a:lnTo>
                <a:lnTo>
                  <a:pt x="908" y="418"/>
                </a:lnTo>
                <a:lnTo>
                  <a:pt x="906" y="422"/>
                </a:lnTo>
                <a:lnTo>
                  <a:pt x="906" y="422"/>
                </a:lnTo>
                <a:lnTo>
                  <a:pt x="912" y="430"/>
                </a:lnTo>
                <a:lnTo>
                  <a:pt x="920" y="440"/>
                </a:lnTo>
                <a:lnTo>
                  <a:pt x="924" y="450"/>
                </a:lnTo>
                <a:lnTo>
                  <a:pt x="926" y="458"/>
                </a:lnTo>
                <a:lnTo>
                  <a:pt x="926" y="466"/>
                </a:lnTo>
                <a:lnTo>
                  <a:pt x="926" y="466"/>
                </a:lnTo>
                <a:lnTo>
                  <a:pt x="918" y="466"/>
                </a:lnTo>
                <a:lnTo>
                  <a:pt x="918" y="466"/>
                </a:lnTo>
                <a:lnTo>
                  <a:pt x="916" y="470"/>
                </a:lnTo>
                <a:lnTo>
                  <a:pt x="914" y="472"/>
                </a:lnTo>
                <a:lnTo>
                  <a:pt x="910" y="470"/>
                </a:lnTo>
                <a:lnTo>
                  <a:pt x="904" y="468"/>
                </a:lnTo>
                <a:lnTo>
                  <a:pt x="894" y="464"/>
                </a:lnTo>
                <a:lnTo>
                  <a:pt x="888" y="464"/>
                </a:lnTo>
                <a:lnTo>
                  <a:pt x="882" y="466"/>
                </a:lnTo>
                <a:lnTo>
                  <a:pt x="882" y="466"/>
                </a:lnTo>
                <a:lnTo>
                  <a:pt x="876" y="468"/>
                </a:lnTo>
                <a:lnTo>
                  <a:pt x="872" y="472"/>
                </a:lnTo>
                <a:lnTo>
                  <a:pt x="868" y="480"/>
                </a:lnTo>
                <a:lnTo>
                  <a:pt x="868" y="486"/>
                </a:lnTo>
                <a:lnTo>
                  <a:pt x="866" y="502"/>
                </a:lnTo>
                <a:lnTo>
                  <a:pt x="864" y="510"/>
                </a:lnTo>
                <a:lnTo>
                  <a:pt x="862" y="516"/>
                </a:lnTo>
                <a:lnTo>
                  <a:pt x="862" y="516"/>
                </a:lnTo>
                <a:lnTo>
                  <a:pt x="862" y="522"/>
                </a:lnTo>
                <a:lnTo>
                  <a:pt x="864" y="526"/>
                </a:lnTo>
                <a:lnTo>
                  <a:pt x="868" y="530"/>
                </a:lnTo>
                <a:lnTo>
                  <a:pt x="868" y="534"/>
                </a:lnTo>
                <a:lnTo>
                  <a:pt x="868" y="534"/>
                </a:lnTo>
                <a:lnTo>
                  <a:pt x="926" y="534"/>
                </a:lnTo>
                <a:lnTo>
                  <a:pt x="926" y="534"/>
                </a:lnTo>
                <a:lnTo>
                  <a:pt x="928" y="530"/>
                </a:lnTo>
                <a:lnTo>
                  <a:pt x="930" y="526"/>
                </a:lnTo>
                <a:lnTo>
                  <a:pt x="938" y="522"/>
                </a:lnTo>
                <a:lnTo>
                  <a:pt x="938" y="522"/>
                </a:lnTo>
                <a:lnTo>
                  <a:pt x="938" y="496"/>
                </a:lnTo>
                <a:lnTo>
                  <a:pt x="938" y="496"/>
                </a:lnTo>
                <a:lnTo>
                  <a:pt x="952" y="488"/>
                </a:lnTo>
                <a:lnTo>
                  <a:pt x="966" y="480"/>
                </a:lnTo>
                <a:lnTo>
                  <a:pt x="980" y="472"/>
                </a:lnTo>
                <a:lnTo>
                  <a:pt x="994" y="466"/>
                </a:lnTo>
                <a:lnTo>
                  <a:pt x="994" y="466"/>
                </a:lnTo>
                <a:lnTo>
                  <a:pt x="998" y="466"/>
                </a:lnTo>
                <a:lnTo>
                  <a:pt x="1000" y="468"/>
                </a:lnTo>
                <a:lnTo>
                  <a:pt x="1000" y="476"/>
                </a:lnTo>
                <a:lnTo>
                  <a:pt x="1000" y="490"/>
                </a:lnTo>
                <a:lnTo>
                  <a:pt x="1000" y="490"/>
                </a:lnTo>
                <a:lnTo>
                  <a:pt x="1002" y="486"/>
                </a:lnTo>
                <a:lnTo>
                  <a:pt x="1006" y="484"/>
                </a:lnTo>
                <a:lnTo>
                  <a:pt x="1010" y="484"/>
                </a:lnTo>
                <a:lnTo>
                  <a:pt x="1014" y="484"/>
                </a:lnTo>
                <a:lnTo>
                  <a:pt x="1026" y="490"/>
                </a:lnTo>
                <a:lnTo>
                  <a:pt x="1036" y="496"/>
                </a:lnTo>
                <a:lnTo>
                  <a:pt x="1044" y="506"/>
                </a:lnTo>
                <a:lnTo>
                  <a:pt x="1046" y="512"/>
                </a:lnTo>
                <a:lnTo>
                  <a:pt x="1048" y="516"/>
                </a:lnTo>
                <a:lnTo>
                  <a:pt x="1046" y="520"/>
                </a:lnTo>
                <a:lnTo>
                  <a:pt x="1044" y="524"/>
                </a:lnTo>
                <a:lnTo>
                  <a:pt x="1040" y="526"/>
                </a:lnTo>
                <a:lnTo>
                  <a:pt x="1032" y="528"/>
                </a:lnTo>
                <a:lnTo>
                  <a:pt x="1032" y="528"/>
                </a:lnTo>
                <a:lnTo>
                  <a:pt x="1040" y="534"/>
                </a:lnTo>
                <a:lnTo>
                  <a:pt x="1046" y="536"/>
                </a:lnTo>
                <a:lnTo>
                  <a:pt x="1050" y="532"/>
                </a:lnTo>
                <a:lnTo>
                  <a:pt x="1056" y="528"/>
                </a:lnTo>
                <a:lnTo>
                  <a:pt x="1064" y="516"/>
                </a:lnTo>
                <a:lnTo>
                  <a:pt x="1070" y="510"/>
                </a:lnTo>
                <a:lnTo>
                  <a:pt x="1076" y="510"/>
                </a:lnTo>
                <a:lnTo>
                  <a:pt x="1076" y="510"/>
                </a:lnTo>
                <a:lnTo>
                  <a:pt x="1078" y="514"/>
                </a:lnTo>
                <a:lnTo>
                  <a:pt x="1080" y="516"/>
                </a:lnTo>
                <a:lnTo>
                  <a:pt x="1086" y="522"/>
                </a:lnTo>
                <a:lnTo>
                  <a:pt x="1088" y="526"/>
                </a:lnTo>
                <a:lnTo>
                  <a:pt x="1090" y="530"/>
                </a:lnTo>
                <a:lnTo>
                  <a:pt x="1090" y="534"/>
                </a:lnTo>
                <a:lnTo>
                  <a:pt x="1090" y="540"/>
                </a:lnTo>
                <a:lnTo>
                  <a:pt x="1090" y="540"/>
                </a:lnTo>
                <a:lnTo>
                  <a:pt x="1102" y="540"/>
                </a:lnTo>
                <a:lnTo>
                  <a:pt x="1102" y="540"/>
                </a:lnTo>
                <a:lnTo>
                  <a:pt x="1108" y="538"/>
                </a:lnTo>
                <a:lnTo>
                  <a:pt x="1112" y="532"/>
                </a:lnTo>
                <a:lnTo>
                  <a:pt x="1112" y="524"/>
                </a:lnTo>
                <a:lnTo>
                  <a:pt x="1112" y="518"/>
                </a:lnTo>
                <a:lnTo>
                  <a:pt x="1112" y="512"/>
                </a:lnTo>
                <a:lnTo>
                  <a:pt x="1114" y="506"/>
                </a:lnTo>
                <a:lnTo>
                  <a:pt x="1122" y="504"/>
                </a:lnTo>
                <a:lnTo>
                  <a:pt x="1134" y="504"/>
                </a:lnTo>
                <a:lnTo>
                  <a:pt x="1134" y="504"/>
                </a:lnTo>
                <a:lnTo>
                  <a:pt x="1130" y="506"/>
                </a:lnTo>
                <a:lnTo>
                  <a:pt x="1128" y="512"/>
                </a:lnTo>
                <a:lnTo>
                  <a:pt x="1126" y="522"/>
                </a:lnTo>
                <a:lnTo>
                  <a:pt x="1128" y="532"/>
                </a:lnTo>
                <a:lnTo>
                  <a:pt x="1130" y="538"/>
                </a:lnTo>
                <a:lnTo>
                  <a:pt x="1134" y="540"/>
                </a:lnTo>
                <a:lnTo>
                  <a:pt x="1134" y="540"/>
                </a:lnTo>
                <a:lnTo>
                  <a:pt x="1140" y="544"/>
                </a:lnTo>
                <a:lnTo>
                  <a:pt x="1148" y="546"/>
                </a:lnTo>
                <a:lnTo>
                  <a:pt x="1166" y="548"/>
                </a:lnTo>
                <a:lnTo>
                  <a:pt x="1174" y="552"/>
                </a:lnTo>
                <a:lnTo>
                  <a:pt x="1182" y="554"/>
                </a:lnTo>
                <a:lnTo>
                  <a:pt x="1186" y="560"/>
                </a:lnTo>
                <a:lnTo>
                  <a:pt x="1190" y="566"/>
                </a:lnTo>
                <a:lnTo>
                  <a:pt x="1190" y="566"/>
                </a:lnTo>
                <a:lnTo>
                  <a:pt x="1186" y="584"/>
                </a:lnTo>
                <a:lnTo>
                  <a:pt x="1182" y="592"/>
                </a:lnTo>
                <a:lnTo>
                  <a:pt x="1178" y="598"/>
                </a:lnTo>
                <a:lnTo>
                  <a:pt x="1178" y="598"/>
                </a:lnTo>
                <a:lnTo>
                  <a:pt x="1176" y="594"/>
                </a:lnTo>
                <a:lnTo>
                  <a:pt x="1172" y="592"/>
                </a:lnTo>
                <a:lnTo>
                  <a:pt x="1162" y="590"/>
                </a:lnTo>
                <a:lnTo>
                  <a:pt x="1150" y="592"/>
                </a:lnTo>
                <a:lnTo>
                  <a:pt x="1140" y="592"/>
                </a:lnTo>
                <a:lnTo>
                  <a:pt x="1140" y="592"/>
                </a:lnTo>
                <a:lnTo>
                  <a:pt x="1130" y="594"/>
                </a:lnTo>
                <a:lnTo>
                  <a:pt x="1122" y="594"/>
                </a:lnTo>
                <a:lnTo>
                  <a:pt x="1118" y="594"/>
                </a:lnTo>
                <a:lnTo>
                  <a:pt x="1114" y="590"/>
                </a:lnTo>
                <a:lnTo>
                  <a:pt x="1106" y="582"/>
                </a:lnTo>
                <a:lnTo>
                  <a:pt x="1102" y="578"/>
                </a:lnTo>
                <a:lnTo>
                  <a:pt x="1096" y="572"/>
                </a:lnTo>
                <a:lnTo>
                  <a:pt x="1096" y="572"/>
                </a:lnTo>
                <a:lnTo>
                  <a:pt x="1088" y="576"/>
                </a:lnTo>
                <a:lnTo>
                  <a:pt x="1082" y="582"/>
                </a:lnTo>
                <a:lnTo>
                  <a:pt x="1078" y="588"/>
                </a:lnTo>
                <a:lnTo>
                  <a:pt x="1076" y="598"/>
                </a:lnTo>
                <a:lnTo>
                  <a:pt x="1076" y="598"/>
                </a:lnTo>
                <a:lnTo>
                  <a:pt x="1062" y="590"/>
                </a:lnTo>
                <a:lnTo>
                  <a:pt x="1050" y="580"/>
                </a:lnTo>
                <a:lnTo>
                  <a:pt x="1036" y="572"/>
                </a:lnTo>
                <a:lnTo>
                  <a:pt x="1028" y="568"/>
                </a:lnTo>
                <a:lnTo>
                  <a:pt x="1020" y="566"/>
                </a:lnTo>
                <a:lnTo>
                  <a:pt x="1020" y="566"/>
                </a:lnTo>
                <a:lnTo>
                  <a:pt x="1020" y="540"/>
                </a:lnTo>
                <a:lnTo>
                  <a:pt x="1020" y="540"/>
                </a:lnTo>
                <a:lnTo>
                  <a:pt x="998" y="536"/>
                </a:lnTo>
                <a:lnTo>
                  <a:pt x="974" y="534"/>
                </a:lnTo>
                <a:lnTo>
                  <a:pt x="946" y="536"/>
                </a:lnTo>
                <a:lnTo>
                  <a:pt x="918" y="540"/>
                </a:lnTo>
                <a:lnTo>
                  <a:pt x="906" y="546"/>
                </a:lnTo>
                <a:lnTo>
                  <a:pt x="894" y="550"/>
                </a:lnTo>
                <a:lnTo>
                  <a:pt x="882" y="558"/>
                </a:lnTo>
                <a:lnTo>
                  <a:pt x="874" y="566"/>
                </a:lnTo>
                <a:lnTo>
                  <a:pt x="866" y="574"/>
                </a:lnTo>
                <a:lnTo>
                  <a:pt x="860" y="586"/>
                </a:lnTo>
                <a:lnTo>
                  <a:pt x="856" y="596"/>
                </a:lnTo>
                <a:lnTo>
                  <a:pt x="856" y="610"/>
                </a:lnTo>
                <a:lnTo>
                  <a:pt x="856" y="610"/>
                </a:lnTo>
                <a:lnTo>
                  <a:pt x="844" y="616"/>
                </a:lnTo>
                <a:lnTo>
                  <a:pt x="834" y="622"/>
                </a:lnTo>
                <a:lnTo>
                  <a:pt x="826" y="628"/>
                </a:lnTo>
                <a:lnTo>
                  <a:pt x="820" y="636"/>
                </a:lnTo>
                <a:lnTo>
                  <a:pt x="816" y="644"/>
                </a:lnTo>
                <a:lnTo>
                  <a:pt x="812" y="654"/>
                </a:lnTo>
                <a:lnTo>
                  <a:pt x="810" y="672"/>
                </a:lnTo>
                <a:lnTo>
                  <a:pt x="808" y="716"/>
                </a:lnTo>
                <a:lnTo>
                  <a:pt x="804" y="738"/>
                </a:lnTo>
                <a:lnTo>
                  <a:pt x="800" y="762"/>
                </a:lnTo>
                <a:lnTo>
                  <a:pt x="800" y="762"/>
                </a:lnTo>
                <a:lnTo>
                  <a:pt x="808" y="770"/>
                </a:lnTo>
                <a:lnTo>
                  <a:pt x="814" y="778"/>
                </a:lnTo>
                <a:lnTo>
                  <a:pt x="828" y="798"/>
                </a:lnTo>
                <a:lnTo>
                  <a:pt x="844" y="816"/>
                </a:lnTo>
                <a:lnTo>
                  <a:pt x="852" y="824"/>
                </a:lnTo>
                <a:lnTo>
                  <a:pt x="862" y="830"/>
                </a:lnTo>
                <a:lnTo>
                  <a:pt x="862" y="830"/>
                </a:lnTo>
                <a:lnTo>
                  <a:pt x="890" y="828"/>
                </a:lnTo>
                <a:lnTo>
                  <a:pt x="916" y="828"/>
                </a:lnTo>
                <a:lnTo>
                  <a:pt x="942" y="826"/>
                </a:lnTo>
                <a:lnTo>
                  <a:pt x="956" y="822"/>
                </a:lnTo>
                <a:lnTo>
                  <a:pt x="970" y="818"/>
                </a:lnTo>
                <a:lnTo>
                  <a:pt x="970" y="818"/>
                </a:lnTo>
                <a:lnTo>
                  <a:pt x="970" y="824"/>
                </a:lnTo>
                <a:lnTo>
                  <a:pt x="972" y="830"/>
                </a:lnTo>
                <a:lnTo>
                  <a:pt x="976" y="832"/>
                </a:lnTo>
                <a:lnTo>
                  <a:pt x="982" y="834"/>
                </a:lnTo>
                <a:lnTo>
                  <a:pt x="992" y="838"/>
                </a:lnTo>
                <a:lnTo>
                  <a:pt x="998" y="840"/>
                </a:lnTo>
                <a:lnTo>
                  <a:pt x="1000" y="844"/>
                </a:lnTo>
                <a:lnTo>
                  <a:pt x="1000" y="844"/>
                </a:lnTo>
                <a:lnTo>
                  <a:pt x="1000" y="858"/>
                </a:lnTo>
                <a:lnTo>
                  <a:pt x="1002" y="870"/>
                </a:lnTo>
                <a:lnTo>
                  <a:pt x="1006" y="894"/>
                </a:lnTo>
                <a:lnTo>
                  <a:pt x="1014" y="916"/>
                </a:lnTo>
                <a:lnTo>
                  <a:pt x="1022" y="938"/>
                </a:lnTo>
                <a:lnTo>
                  <a:pt x="1026" y="958"/>
                </a:lnTo>
                <a:lnTo>
                  <a:pt x="1028" y="968"/>
                </a:lnTo>
                <a:lnTo>
                  <a:pt x="1028" y="978"/>
                </a:lnTo>
                <a:lnTo>
                  <a:pt x="1028" y="988"/>
                </a:lnTo>
                <a:lnTo>
                  <a:pt x="1024" y="998"/>
                </a:lnTo>
                <a:lnTo>
                  <a:pt x="1020" y="1008"/>
                </a:lnTo>
                <a:lnTo>
                  <a:pt x="1014" y="1020"/>
                </a:lnTo>
                <a:lnTo>
                  <a:pt x="1014" y="1020"/>
                </a:lnTo>
                <a:lnTo>
                  <a:pt x="1020" y="1036"/>
                </a:lnTo>
                <a:lnTo>
                  <a:pt x="1026" y="1056"/>
                </a:lnTo>
                <a:lnTo>
                  <a:pt x="1034" y="1094"/>
                </a:lnTo>
                <a:lnTo>
                  <a:pt x="1042" y="1134"/>
                </a:lnTo>
                <a:lnTo>
                  <a:pt x="1046" y="1154"/>
                </a:lnTo>
                <a:lnTo>
                  <a:pt x="1052" y="1172"/>
                </a:lnTo>
                <a:lnTo>
                  <a:pt x="1052" y="1172"/>
                </a:lnTo>
                <a:lnTo>
                  <a:pt x="1070" y="1172"/>
                </a:lnTo>
                <a:lnTo>
                  <a:pt x="1086" y="1170"/>
                </a:lnTo>
                <a:lnTo>
                  <a:pt x="1100" y="1166"/>
                </a:lnTo>
                <a:lnTo>
                  <a:pt x="1112" y="1158"/>
                </a:lnTo>
                <a:lnTo>
                  <a:pt x="1124" y="1148"/>
                </a:lnTo>
                <a:lnTo>
                  <a:pt x="1134" y="1138"/>
                </a:lnTo>
                <a:lnTo>
                  <a:pt x="1142" y="1126"/>
                </a:lnTo>
                <a:lnTo>
                  <a:pt x="1150" y="1112"/>
                </a:lnTo>
                <a:lnTo>
                  <a:pt x="1182" y="1054"/>
                </a:lnTo>
                <a:lnTo>
                  <a:pt x="1190" y="1040"/>
                </a:lnTo>
                <a:lnTo>
                  <a:pt x="1200" y="1028"/>
                </a:lnTo>
                <a:lnTo>
                  <a:pt x="1210" y="1016"/>
                </a:lnTo>
                <a:lnTo>
                  <a:pt x="1222" y="1008"/>
                </a:lnTo>
                <a:lnTo>
                  <a:pt x="1222" y="1008"/>
                </a:lnTo>
                <a:lnTo>
                  <a:pt x="1224" y="978"/>
                </a:lnTo>
                <a:lnTo>
                  <a:pt x="1224" y="954"/>
                </a:lnTo>
                <a:lnTo>
                  <a:pt x="1222" y="900"/>
                </a:lnTo>
                <a:lnTo>
                  <a:pt x="1222" y="900"/>
                </a:lnTo>
                <a:lnTo>
                  <a:pt x="1234" y="886"/>
                </a:lnTo>
                <a:lnTo>
                  <a:pt x="1246" y="874"/>
                </a:lnTo>
                <a:lnTo>
                  <a:pt x="1272" y="846"/>
                </a:lnTo>
                <a:lnTo>
                  <a:pt x="1284" y="832"/>
                </a:lnTo>
                <a:lnTo>
                  <a:pt x="1292" y="816"/>
                </a:lnTo>
                <a:lnTo>
                  <a:pt x="1300" y="796"/>
                </a:lnTo>
                <a:lnTo>
                  <a:pt x="1304" y="774"/>
                </a:lnTo>
                <a:lnTo>
                  <a:pt x="1304" y="774"/>
                </a:lnTo>
                <a:lnTo>
                  <a:pt x="1298" y="770"/>
                </a:lnTo>
                <a:lnTo>
                  <a:pt x="1292" y="770"/>
                </a:lnTo>
                <a:lnTo>
                  <a:pt x="1278" y="776"/>
                </a:lnTo>
                <a:lnTo>
                  <a:pt x="1270" y="778"/>
                </a:lnTo>
                <a:lnTo>
                  <a:pt x="1264" y="778"/>
                </a:lnTo>
                <a:lnTo>
                  <a:pt x="1258" y="776"/>
                </a:lnTo>
                <a:lnTo>
                  <a:pt x="1254" y="768"/>
                </a:lnTo>
                <a:lnTo>
                  <a:pt x="1254" y="768"/>
                </a:lnTo>
                <a:lnTo>
                  <a:pt x="1280" y="752"/>
                </a:lnTo>
                <a:lnTo>
                  <a:pt x="1310" y="734"/>
                </a:lnTo>
                <a:lnTo>
                  <a:pt x="1324" y="724"/>
                </a:lnTo>
                <a:lnTo>
                  <a:pt x="1334" y="712"/>
                </a:lnTo>
                <a:lnTo>
                  <a:pt x="1342" y="700"/>
                </a:lnTo>
                <a:lnTo>
                  <a:pt x="1344" y="694"/>
                </a:lnTo>
                <a:lnTo>
                  <a:pt x="1346" y="686"/>
                </a:lnTo>
                <a:lnTo>
                  <a:pt x="1346" y="686"/>
                </a:lnTo>
                <a:lnTo>
                  <a:pt x="1346" y="690"/>
                </a:lnTo>
                <a:lnTo>
                  <a:pt x="1346" y="690"/>
                </a:lnTo>
                <a:lnTo>
                  <a:pt x="1344" y="730"/>
                </a:lnTo>
                <a:lnTo>
                  <a:pt x="1342" y="768"/>
                </a:lnTo>
                <a:lnTo>
                  <a:pt x="1336" y="804"/>
                </a:lnTo>
                <a:lnTo>
                  <a:pt x="1328" y="842"/>
                </a:lnTo>
                <a:lnTo>
                  <a:pt x="1318" y="878"/>
                </a:lnTo>
                <a:lnTo>
                  <a:pt x="1306" y="912"/>
                </a:lnTo>
                <a:lnTo>
                  <a:pt x="1294" y="946"/>
                </a:lnTo>
                <a:lnTo>
                  <a:pt x="1278" y="980"/>
                </a:lnTo>
                <a:lnTo>
                  <a:pt x="1278" y="980"/>
                </a:lnTo>
                <a:close/>
              </a:path>
            </a:pathLst>
          </a:custGeom>
          <a:solidFill>
            <a:srgbClr val="FFFFFF"/>
          </a:solidFill>
          <a:ln w="9525">
            <a:noFill/>
            <a:round/>
          </a:ln>
          <a:effectLst>
            <a:outerShdw blurRad="508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2400">
              <a:cs typeface="+mn-ea"/>
              <a:sym typeface="+mn-lt"/>
            </a:endParaRPr>
          </a:p>
        </p:txBody>
      </p:sp>
      <p:sp>
        <p:nvSpPr>
          <p:cNvPr id="55" name="淘宝-想搞设计PPT(倒卖必究)-55"/>
          <p:cNvSpPr/>
          <p:nvPr/>
        </p:nvSpPr>
        <p:spPr>
          <a:xfrm>
            <a:off x="6600767"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淘宝-想搞设计PPT(倒卖必究)-56"/>
          <p:cNvSpPr/>
          <p:nvPr/>
        </p:nvSpPr>
        <p:spPr>
          <a:xfrm>
            <a:off x="7946463" y="2266712"/>
            <a:ext cx="1162288" cy="1162288"/>
          </a:xfrm>
          <a:prstGeom prst="ellipse">
            <a:avLst/>
          </a:prstGeom>
          <a:noFill/>
          <a:ln w="38100">
            <a:solidFill>
              <a:srgbClr val="A703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淘宝-想搞设计PPT(倒卖必究)-57"/>
          <p:cNvSpPr txBox="1"/>
          <p:nvPr/>
        </p:nvSpPr>
        <p:spPr>
          <a:xfrm>
            <a:off x="7946463" y="2340024"/>
            <a:ext cx="1153886" cy="1015663"/>
          </a:xfrm>
          <a:prstGeom prst="rect">
            <a:avLst/>
          </a:prstGeom>
          <a:noFill/>
        </p:spPr>
        <p:txBody>
          <a:bodyPr wrap="square" rtlCol="0">
            <a:spAutoFit/>
          </a:bodyPr>
          <a:lstStyle/>
          <a:p>
            <a:pPr algn="ctr"/>
            <a:r>
              <a:rPr lang="en-US" altLang="zh-CN" sz="6000" dirty="0">
                <a:ln w="28575">
                  <a:noFill/>
                </a:ln>
                <a:solidFill>
                  <a:srgbClr val="BB030C"/>
                </a:solidFill>
                <a:latin typeface="微软雅黑" panose="020B0503020204020204" pitchFamily="34" charset="-122"/>
                <a:ea typeface="微软雅黑" panose="020B0503020204020204" pitchFamily="34" charset="-122"/>
              </a:rPr>
              <a:t>01</a:t>
            </a:r>
            <a:endParaRPr lang="zh-CN" altLang="en-US" sz="6000" dirty="0">
              <a:ln w="28575">
                <a:noFill/>
              </a:ln>
              <a:solidFill>
                <a:srgbClr val="0070C0"/>
              </a:solidFill>
              <a:latin typeface="微软雅黑" panose="020B0503020204020204" pitchFamily="34" charset="-122"/>
              <a:ea typeface="微软雅黑" panose="020B0503020204020204" pitchFamily="34" charset="-122"/>
            </a:endParaRPr>
          </a:p>
        </p:txBody>
      </p:sp>
      <p:sp>
        <p:nvSpPr>
          <p:cNvPr id="58" name="淘宝-想搞设计PPT(倒卖必究)-58"/>
          <p:cNvSpPr txBox="1"/>
          <p:nvPr/>
        </p:nvSpPr>
        <p:spPr>
          <a:xfrm>
            <a:off x="6047643" y="3595983"/>
            <a:ext cx="4959929" cy="461665"/>
          </a:xfrm>
          <a:prstGeom prst="rect">
            <a:avLst/>
          </a:prstGeom>
          <a:noFill/>
        </p:spPr>
        <p:txBody>
          <a:bodyPr wrap="square" rtlCol="0">
            <a:spAutoFit/>
          </a:bodyPr>
          <a:lstStyle/>
          <a:p>
            <a:pPr algn="ctr"/>
            <a:r>
              <a:rPr lang="zh-CN" altLang="en-US" sz="2400" b="1" dirty="0">
                <a:solidFill>
                  <a:srgbClr val="A7030B"/>
                </a:solidFill>
                <a:latin typeface="微软雅黑" panose="020B0503020204020204" pitchFamily="34" charset="-122"/>
                <a:ea typeface="微软雅黑" panose="020B0503020204020204" pitchFamily="34" charset="-122"/>
              </a:rPr>
              <a:t>选题的背景与意义</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13" name="淘宝-想搞设计PPT(倒卖必究)-13">
            <a:extLst>
              <a:ext uri="{FF2B5EF4-FFF2-40B4-BE49-F238E27FC236}">
                <a16:creationId xmlns:a16="http://schemas.microsoft.com/office/drawing/2014/main" id="{BCFCCFF0-5B16-549D-9DE1-95058CD07F7F}"/>
              </a:ext>
            </a:extLst>
          </p:cNvPr>
          <p:cNvSpPr txBox="1"/>
          <p:nvPr/>
        </p:nvSpPr>
        <p:spPr>
          <a:xfrm>
            <a:off x="6016554" y="4013631"/>
            <a:ext cx="5022106" cy="369332"/>
          </a:xfrm>
          <a:prstGeom prst="snip1Rect">
            <a:avLst>
              <a:gd name="adj" fmla="val 0"/>
            </a:avLst>
          </a:prstGeom>
          <a:noFill/>
          <a:ln w="28575">
            <a:noFill/>
          </a:ln>
        </p:spPr>
        <p:txBody>
          <a:bodyPr wrap="square" rtlCol="0">
            <a:spAutoFit/>
          </a:bodyPr>
          <a:lstStyle/>
          <a:p>
            <a:pPr algn="ctr"/>
            <a:r>
              <a:rPr lang="en-US" altLang="zh-CN" dirty="0">
                <a:solidFill>
                  <a:srgbClr val="BB030C"/>
                </a:solidFill>
                <a:latin typeface="Arial" panose="020B0604020202020204" pitchFamily="34" charset="0"/>
                <a:ea typeface="华文仿宋" panose="02010600040101010101" pitchFamily="2" charset="-122"/>
                <a:cs typeface="Arial" panose="020B0604020202020204" pitchFamily="34" charset="0"/>
              </a:rPr>
              <a:t>Background and significance</a:t>
            </a:r>
            <a:endParaRPr lang="zh-CN" altLang="en-US" dirty="0">
              <a:solidFill>
                <a:srgbClr val="0070C0"/>
              </a:solidFill>
              <a:latin typeface="Arial" panose="020B0604020202020204" pitchFamily="34" charset="0"/>
              <a:ea typeface="华文仿宋" panose="02010600040101010101" pitchFamily="2" charset="-122"/>
              <a:cs typeface="Arial" panose="020B0604020202020204" pitchFamily="34" charset="0"/>
            </a:endParaRPr>
          </a:p>
        </p:txBody>
      </p:sp>
      <p:pic>
        <p:nvPicPr>
          <p:cNvPr id="59" name="Picture 58" descr="合肥工业大学.png"/>
          <p:cNvPicPr>
            <a:picLocks noChangeAspect="1"/>
          </p:cNvPicPr>
          <p:nvPr/>
        </p:nvPicPr>
        <p:blipFill>
          <a:blip r:embed="rId2"/>
          <a:stretch>
            <a:fillRect/>
          </a:stretch>
        </p:blipFill>
        <p:spPr>
          <a:xfrm>
            <a:off x="156186" y="649983"/>
            <a:ext cx="1752779" cy="415770"/>
          </a:xfrm>
          <a:prstGeom prst="rect">
            <a:avLst/>
          </a:prstGeom>
        </p:spPr>
      </p:pic>
    </p:spTree>
    <p:extLst>
      <p:ext uri="{BB962C8B-B14F-4D97-AF65-F5344CB8AC3E}">
        <p14:creationId xmlns:p14="http://schemas.microsoft.com/office/powerpoint/2010/main" val="2780919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淘宝-想搞设计PPT(倒卖必究)-5"/>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4" name="淘宝-想搞设计PPT(倒卖必究)-34"/>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淘宝-想搞设计PPT(倒卖必究)-35"/>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淘宝-想搞设计PPT(倒卖必究)-29"/>
          <p:cNvSpPr/>
          <p:nvPr/>
        </p:nvSpPr>
        <p:spPr>
          <a:xfrm>
            <a:off x="7308689" y="2653752"/>
            <a:ext cx="108012" cy="2808312"/>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淘宝-想搞设计PPT(倒卖必究)-30"/>
          <p:cNvSpPr/>
          <p:nvPr/>
        </p:nvSpPr>
        <p:spPr>
          <a:xfrm rot="5400000">
            <a:off x="8478819" y="4219926"/>
            <a:ext cx="108012" cy="2376264"/>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淘宝-想搞设计PPT(倒卖必究)-32"/>
          <p:cNvSpPr/>
          <p:nvPr/>
        </p:nvSpPr>
        <p:spPr>
          <a:xfrm>
            <a:off x="6317843" y="3641089"/>
            <a:ext cx="108012" cy="1656184"/>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淘宝-想搞设计PPT(倒卖必究)-33"/>
          <p:cNvSpPr/>
          <p:nvPr/>
        </p:nvSpPr>
        <p:spPr>
          <a:xfrm rot="5400000">
            <a:off x="5543757" y="2794995"/>
            <a:ext cx="108012" cy="1656184"/>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淘宝-想搞设计PPT(倒卖必究)-48"/>
          <p:cNvSpPr txBox="1"/>
          <p:nvPr/>
        </p:nvSpPr>
        <p:spPr>
          <a:xfrm>
            <a:off x="1307472" y="1712279"/>
            <a:ext cx="5118383"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52" name="淘宝-想搞设计PPT(倒卖必究)-52"/>
          <p:cNvSpPr txBox="1"/>
          <p:nvPr/>
        </p:nvSpPr>
        <p:spPr>
          <a:xfrm>
            <a:off x="1385985" y="2609176"/>
            <a:ext cx="4972552"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a:t>
            </a:r>
          </a:p>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3" name="Picture 52" descr="667452f15124668fb6bdaa7b.jpg"/>
          <p:cNvPicPr>
            <a:picLocks noChangeAspect="1"/>
          </p:cNvPicPr>
          <p:nvPr/>
        </p:nvPicPr>
        <p:blipFill>
          <a:blip r:embed="rId2"/>
          <a:stretch>
            <a:fillRect/>
          </a:stretch>
        </p:blipFill>
        <p:spPr>
          <a:xfrm>
            <a:off x="1844040" y="3839582"/>
            <a:ext cx="4181578" cy="2613486"/>
          </a:xfrm>
          <a:prstGeom prst="rect">
            <a:avLst/>
          </a:prstGeom>
        </p:spPr>
      </p:pic>
      <p:pic>
        <p:nvPicPr>
          <p:cNvPr id="54" name="Picture 53" descr="667452f3146b39377380bca6.jpg"/>
          <p:cNvPicPr>
            <a:picLocks noChangeAspect="1"/>
          </p:cNvPicPr>
          <p:nvPr/>
        </p:nvPicPr>
        <p:blipFill>
          <a:blip r:embed="rId3"/>
          <a:stretch>
            <a:fillRect/>
          </a:stretch>
        </p:blipFill>
        <p:spPr>
          <a:xfrm>
            <a:off x="7708926" y="2978343"/>
            <a:ext cx="3281791" cy="2051119"/>
          </a:xfrm>
          <a:prstGeom prst="rect">
            <a:avLst/>
          </a:prstGeom>
        </p:spPr>
      </p:pic>
      <p:pic>
        <p:nvPicPr>
          <p:cNvPr id="55" name="Picture 54" descr="合肥工业大学.png"/>
          <p:cNvPicPr>
            <a:picLocks noChangeAspect="1"/>
          </p:cNvPicPr>
          <p:nvPr/>
        </p:nvPicPr>
        <p:blipFill>
          <a:blip r:embed="rId4"/>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7804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淘宝-想搞设计PPT(倒卖必究)-5"/>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6" name="淘宝-想搞设计PPT(倒卖必究)-6"/>
          <p:cNvSpPr/>
          <p:nvPr/>
        </p:nvSpPr>
        <p:spPr>
          <a:xfrm>
            <a:off x="4785125" y="5016113"/>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淘宝-想搞设计PPT(倒卖必究)-7"/>
          <p:cNvSpPr/>
          <p:nvPr/>
        </p:nvSpPr>
        <p:spPr>
          <a:xfrm rot="5400000">
            <a:off x="3739230" y="2998698"/>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淘宝-想搞设计PPT(倒卖必究)-8"/>
          <p:cNvSpPr/>
          <p:nvPr/>
        </p:nvSpPr>
        <p:spPr>
          <a:xfrm rot="10800000">
            <a:off x="5743791" y="1944088"/>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淘宝-想搞设计PPT(倒卖必究)-9"/>
          <p:cNvSpPr/>
          <p:nvPr/>
        </p:nvSpPr>
        <p:spPr>
          <a:xfrm rot="16200000">
            <a:off x="6835172" y="3974383"/>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6B02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淘宝-想搞设计PPT(倒卖必究)-11"/>
          <p:cNvSpPr/>
          <p:nvPr/>
        </p:nvSpPr>
        <p:spPr>
          <a:xfrm>
            <a:off x="4091970" y="1755823"/>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3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淘宝-想搞设计PPT(倒卖必究)-12"/>
          <p:cNvSpPr txBox="1"/>
          <p:nvPr/>
        </p:nvSpPr>
        <p:spPr>
          <a:xfrm>
            <a:off x="4425773" y="2093872"/>
            <a:ext cx="144281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4" name="淘宝-想搞设计PPT(倒卖必究)-14"/>
          <p:cNvSpPr/>
          <p:nvPr/>
        </p:nvSpPr>
        <p:spPr>
          <a:xfrm rot="5400000">
            <a:off x="6468891" y="2461195"/>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3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淘宝-想搞设计PPT(倒卖必究)-15"/>
          <p:cNvSpPr txBox="1"/>
          <p:nvPr/>
        </p:nvSpPr>
        <p:spPr>
          <a:xfrm rot="5400000">
            <a:off x="6799833" y="2892069"/>
            <a:ext cx="1441157"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7" name="淘宝-想搞设计PPT(倒卖必究)-17"/>
          <p:cNvSpPr/>
          <p:nvPr/>
        </p:nvSpPr>
        <p:spPr>
          <a:xfrm rot="10800000">
            <a:off x="5780563" y="4831242"/>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3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淘宝-想搞设计PPT(倒卖必究)-18"/>
          <p:cNvSpPr txBox="1"/>
          <p:nvPr/>
        </p:nvSpPr>
        <p:spPr>
          <a:xfrm>
            <a:off x="5966637" y="5175991"/>
            <a:ext cx="159874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0" name="淘宝-想搞设计PPT(倒卖必究)-20"/>
          <p:cNvSpPr/>
          <p:nvPr/>
        </p:nvSpPr>
        <p:spPr>
          <a:xfrm rot="16200000">
            <a:off x="3390763" y="4125870"/>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BB03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淘宝-想搞设计PPT(倒卖必究)-21"/>
          <p:cNvSpPr txBox="1"/>
          <p:nvPr/>
        </p:nvSpPr>
        <p:spPr>
          <a:xfrm rot="16200000">
            <a:off x="3614760" y="4289940"/>
            <a:ext cx="1644900"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 name="淘宝-想搞设计PPT(倒卖必究)-2"/>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淘宝-想搞设计PPT(倒卖必究)-35"/>
          <p:cNvSpPr txBox="1"/>
          <p:nvPr/>
        </p:nvSpPr>
        <p:spPr>
          <a:xfrm>
            <a:off x="8320825" y="2262637"/>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6" name="淘宝-想搞设计PPT(倒卖必究)-36"/>
          <p:cNvSpPr txBox="1"/>
          <p:nvPr/>
        </p:nvSpPr>
        <p:spPr>
          <a:xfrm>
            <a:off x="8334272" y="1953939"/>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7" name="淘宝-想搞设计PPT(倒卖必究)-37"/>
          <p:cNvSpPr txBox="1"/>
          <p:nvPr/>
        </p:nvSpPr>
        <p:spPr>
          <a:xfrm>
            <a:off x="8320825" y="4703523"/>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8" name="淘宝-想搞设计PPT(倒卖必究)-38"/>
          <p:cNvSpPr txBox="1"/>
          <p:nvPr/>
        </p:nvSpPr>
        <p:spPr>
          <a:xfrm>
            <a:off x="8334272" y="4394825"/>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9" name="淘宝-想搞设计PPT(倒卖必究)-39"/>
          <p:cNvSpPr txBox="1"/>
          <p:nvPr/>
        </p:nvSpPr>
        <p:spPr>
          <a:xfrm>
            <a:off x="642888" y="2262637"/>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0" name="淘宝-想搞设计PPT(倒卖必究)-40"/>
          <p:cNvSpPr txBox="1"/>
          <p:nvPr/>
        </p:nvSpPr>
        <p:spPr>
          <a:xfrm>
            <a:off x="2439478" y="1953939"/>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1" name="淘宝-想搞设计PPT(倒卖必究)-41"/>
          <p:cNvSpPr txBox="1"/>
          <p:nvPr/>
        </p:nvSpPr>
        <p:spPr>
          <a:xfrm>
            <a:off x="642888" y="4703523"/>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2" name="淘宝-想搞设计PPT(倒卖必究)-42"/>
          <p:cNvSpPr txBox="1"/>
          <p:nvPr/>
        </p:nvSpPr>
        <p:spPr>
          <a:xfrm>
            <a:off x="2439478" y="4394825"/>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pic>
        <p:nvPicPr>
          <p:cNvPr id="43" name="Picture 42" descr="合肥工业大学.png"/>
          <p:cNvPicPr>
            <a:picLocks noChangeAspect="1"/>
          </p:cNvPicPr>
          <p:nvPr/>
        </p:nvPicPr>
        <p:blipFill>
          <a:blip r:embed="rId2"/>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155108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淘宝-想搞设计PPT(倒卖必究)-31"/>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淘宝-想搞设计PPT(倒卖必究)-32"/>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3" name="淘宝-想搞设计PPT(倒卖必究)-33"/>
          <p:cNvSpPr/>
          <p:nvPr/>
        </p:nvSpPr>
        <p:spPr>
          <a:xfrm rot="9515397">
            <a:off x="9899734" y="4743143"/>
            <a:ext cx="432687" cy="299750"/>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30C"/>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3" name="淘宝-想搞设计PPT(倒卖必究)-43"/>
          <p:cNvSpPr/>
          <p:nvPr/>
        </p:nvSpPr>
        <p:spPr>
          <a:xfrm rot="12193735">
            <a:off x="8759044" y="4756157"/>
            <a:ext cx="546588" cy="378658"/>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30C"/>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4" name="淘宝-想搞设计PPT(倒卖必究)-44"/>
          <p:cNvSpPr/>
          <p:nvPr/>
        </p:nvSpPr>
        <p:spPr>
          <a:xfrm rot="15420804">
            <a:off x="7612131" y="3704783"/>
            <a:ext cx="883373" cy="611973"/>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30C"/>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5" name="淘宝-想搞设计PPT(倒卖必究)-45"/>
          <p:cNvSpPr/>
          <p:nvPr/>
        </p:nvSpPr>
        <p:spPr>
          <a:xfrm rot="18285329">
            <a:off x="8015076" y="2536518"/>
            <a:ext cx="675747" cy="468136"/>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BB030C"/>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7" name="淘宝-想搞设计PPT(倒卖必究)-47"/>
          <p:cNvSpPr/>
          <p:nvPr/>
        </p:nvSpPr>
        <p:spPr>
          <a:xfrm>
            <a:off x="8221917" y="2327739"/>
            <a:ext cx="2601857" cy="2601856"/>
          </a:xfrm>
          <a:prstGeom prst="ellipse">
            <a:avLst/>
          </a:prstGeom>
          <a:solidFill>
            <a:srgbClr val="A7030B"/>
          </a:solidFill>
          <a:ln w="25400" cap="flat" cmpd="sng" algn="ctr">
            <a:noFill/>
            <a:prstDash val="solid"/>
          </a:ln>
          <a:effectLst>
            <a:innerShdw blurRad="114300">
              <a:prstClr val="black"/>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8" name="淘宝-想搞设计PPT(倒卖必究)-48"/>
          <p:cNvSpPr/>
          <p:nvPr/>
        </p:nvSpPr>
        <p:spPr>
          <a:xfrm>
            <a:off x="8352999" y="2458821"/>
            <a:ext cx="2339691" cy="2339690"/>
          </a:xfrm>
          <a:prstGeom prst="ellipse">
            <a:avLst/>
          </a:prstGeom>
          <a:gradFill flip="none" rotWithShape="1">
            <a:gsLst>
              <a:gs pos="0">
                <a:sysClr val="window" lastClr="FFFFFF"/>
              </a:gs>
              <a:gs pos="100000">
                <a:schemeClr val="bg1">
                  <a:lumMod val="75000"/>
                </a:schemeClr>
              </a:gs>
            </a:gsLst>
            <a:path path="circle">
              <a:fillToRect l="50000" t="50000" r="50000" b="50000"/>
            </a:path>
            <a:tileRect/>
          </a:gradFill>
          <a:ln w="25400" cap="flat" cmpd="sng" algn="ctr">
            <a:solidFill>
              <a:sysClr val="window" lastClr="FFFFFF"/>
            </a:solidFill>
            <a:prstDash val="solid"/>
          </a:ln>
          <a:effectLst>
            <a:outerShdw blurRad="50800" dist="889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9" name="淘宝-想搞设计PPT(倒卖必究)-49"/>
          <p:cNvSpPr txBox="1"/>
          <p:nvPr/>
        </p:nvSpPr>
        <p:spPr>
          <a:xfrm>
            <a:off x="8849346" y="3630135"/>
            <a:ext cx="1383564" cy="487562"/>
          </a:xfrm>
          <a:prstGeom prst="rect">
            <a:avLst/>
          </a:prstGeom>
          <a:noFill/>
        </p:spPr>
        <p:txBody>
          <a:bodyPr wrap="none" rtlCol="0">
            <a:spAutoFit/>
          </a:bodyPr>
          <a:lstStyle/>
          <a:p>
            <a:pPr algn="ctr"/>
            <a:r>
              <a:rPr lang="en-US" sz="3200" b="1" dirty="0">
                <a:solidFill>
                  <a:schemeClr val="tx1">
                    <a:lumMod val="75000"/>
                    <a:lumOff val="25000"/>
                  </a:schemeClr>
                </a:solidFill>
              </a:rPr>
              <a:t>Add title</a:t>
            </a:r>
            <a:endParaRPr lang="en-GB" sz="3200" b="1" dirty="0">
              <a:solidFill>
                <a:schemeClr val="tx1">
                  <a:lumMod val="75000"/>
                  <a:lumOff val="25000"/>
                </a:schemeClr>
              </a:solidFill>
            </a:endParaRPr>
          </a:p>
        </p:txBody>
      </p:sp>
      <p:grpSp>
        <p:nvGrpSpPr>
          <p:cNvPr id="50" name="组合 39"/>
          <p:cNvGrpSpPr/>
          <p:nvPr/>
        </p:nvGrpSpPr>
        <p:grpSpPr>
          <a:xfrm>
            <a:off x="9213974" y="2956605"/>
            <a:ext cx="654304" cy="597329"/>
            <a:chOff x="4121150" y="192088"/>
            <a:chExt cx="752475" cy="755650"/>
          </a:xfrm>
          <a:solidFill>
            <a:schemeClr val="tx1">
              <a:lumMod val="75000"/>
              <a:lumOff val="25000"/>
            </a:schemeClr>
          </a:solidFill>
        </p:grpSpPr>
        <p:sp>
          <p:nvSpPr>
            <p:cNvPr id="51" name="淘宝-想搞设计PPT(倒卖必究)-51"/>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淘宝-想搞设计PPT(倒卖必究)-52"/>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淘宝-想搞设计PPT(倒卖必究)-53"/>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淘宝-想搞设计PPT(倒卖必究)-54"/>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淘宝-想搞设计PPT(倒卖必究)-55"/>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淘宝-想搞设计PPT(倒卖必究)-56"/>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淘宝-想搞设计PPT(倒卖必究)-57"/>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9" name="淘宝-想搞设计PPT(倒卖必究)-59"/>
          <p:cNvSpPr/>
          <p:nvPr/>
        </p:nvSpPr>
        <p:spPr>
          <a:xfrm>
            <a:off x="7172534" y="1715538"/>
            <a:ext cx="1169845" cy="1169845"/>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0" name="淘宝-想搞设计PPT(倒卖必究)-60"/>
          <p:cNvSpPr txBox="1"/>
          <p:nvPr/>
        </p:nvSpPr>
        <p:spPr>
          <a:xfrm>
            <a:off x="7511187" y="2300461"/>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grpSp>
        <p:nvGrpSpPr>
          <p:cNvPr id="61" name="Group 25"/>
          <p:cNvGrpSpPr/>
          <p:nvPr/>
        </p:nvGrpSpPr>
        <p:grpSpPr>
          <a:xfrm>
            <a:off x="7603348" y="1939496"/>
            <a:ext cx="308216" cy="288755"/>
            <a:chOff x="5368132" y="3540125"/>
            <a:chExt cx="465138" cy="435769"/>
          </a:xfrm>
        </p:grpSpPr>
        <p:sp>
          <p:nvSpPr>
            <p:cNvPr id="62" name="淘宝-想搞设计PPT(倒卖必究)-62"/>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63" name="淘宝-想搞设计PPT(倒卖必究)-63"/>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4" name="Group 36"/>
          <p:cNvGrpSpPr/>
          <p:nvPr/>
        </p:nvGrpSpPr>
        <p:grpSpPr>
          <a:xfrm>
            <a:off x="6304178" y="3351622"/>
            <a:ext cx="1656243" cy="1656243"/>
            <a:chOff x="4504115" y="2715244"/>
            <a:chExt cx="2499486" cy="2499486"/>
          </a:xfrm>
        </p:grpSpPr>
        <p:sp>
          <p:nvSpPr>
            <p:cNvPr id="65" name="淘宝-想搞设计PPT(倒卖必究)-65"/>
            <p:cNvSpPr/>
            <p:nvPr/>
          </p:nvSpPr>
          <p:spPr>
            <a:xfrm>
              <a:off x="4504115" y="2715244"/>
              <a:ext cx="2499486" cy="249948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152400" dist="889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7" name="淘宝-想搞设计PPT(倒卖必究)-67"/>
            <p:cNvSpPr/>
            <p:nvPr/>
          </p:nvSpPr>
          <p:spPr bwMode="auto">
            <a:xfrm>
              <a:off x="5505555" y="3237890"/>
              <a:ext cx="618042" cy="681009"/>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8" name="Group 37"/>
          <p:cNvGrpSpPr/>
          <p:nvPr/>
        </p:nvGrpSpPr>
        <p:grpSpPr>
          <a:xfrm>
            <a:off x="8335830" y="4997731"/>
            <a:ext cx="924851" cy="924851"/>
            <a:chOff x="7570142" y="5199436"/>
            <a:chExt cx="1395721" cy="1395721"/>
          </a:xfrm>
        </p:grpSpPr>
        <p:sp>
          <p:nvSpPr>
            <p:cNvPr id="69" name="淘宝-想搞设计PPT(倒卖必究)-69"/>
            <p:cNvSpPr/>
            <p:nvPr/>
          </p:nvSpPr>
          <p:spPr>
            <a:xfrm>
              <a:off x="7570142" y="5199436"/>
              <a:ext cx="1395721" cy="1395721"/>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0" name="淘宝-想搞设计PPT(倒卖必究)-70"/>
            <p:cNvSpPr txBox="1"/>
            <p:nvPr/>
          </p:nvSpPr>
          <p:spPr>
            <a:xfrm>
              <a:off x="7922878" y="5947330"/>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1" name="淘宝-想搞设计PPT(倒卖必究)-71"/>
            <p:cNvSpPr/>
            <p:nvPr/>
          </p:nvSpPr>
          <p:spPr bwMode="auto">
            <a:xfrm>
              <a:off x="8043369" y="5488293"/>
              <a:ext cx="449263" cy="4508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72" name="Group 38"/>
          <p:cNvGrpSpPr/>
          <p:nvPr/>
        </p:nvGrpSpPr>
        <p:grpSpPr>
          <a:xfrm>
            <a:off x="9949520" y="4905826"/>
            <a:ext cx="677765" cy="677765"/>
            <a:chOff x="10005412" y="5060740"/>
            <a:chExt cx="1022836" cy="1022836"/>
          </a:xfrm>
        </p:grpSpPr>
        <p:sp>
          <p:nvSpPr>
            <p:cNvPr id="73" name="淘宝-想搞设计PPT(倒卖必究)-73"/>
            <p:cNvSpPr/>
            <p:nvPr/>
          </p:nvSpPr>
          <p:spPr>
            <a:xfrm>
              <a:off x="10005412" y="5060740"/>
              <a:ext cx="1022836" cy="102283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4" name="淘宝-想搞设计PPT(倒卖必究)-74"/>
            <p:cNvSpPr txBox="1"/>
            <p:nvPr/>
          </p:nvSpPr>
          <p:spPr>
            <a:xfrm>
              <a:off x="10183244" y="5572159"/>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5" name="淘宝-想搞设计PPT(倒卖必究)-75"/>
            <p:cNvSpPr/>
            <p:nvPr/>
          </p:nvSpPr>
          <p:spPr bwMode="auto">
            <a:xfrm>
              <a:off x="10324952" y="5256234"/>
              <a:ext cx="383755" cy="347676"/>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78" name="淘宝-想搞设计PPT(倒卖必究)-78"/>
          <p:cNvSpPr txBox="1"/>
          <p:nvPr/>
        </p:nvSpPr>
        <p:spPr>
          <a:xfrm>
            <a:off x="6925700" y="4288019"/>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sp>
        <p:nvSpPr>
          <p:cNvPr id="79" name="淘宝-想搞设计PPT(倒卖必究)-79"/>
          <p:cNvSpPr txBox="1"/>
          <p:nvPr/>
        </p:nvSpPr>
        <p:spPr>
          <a:xfrm>
            <a:off x="1407936"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80" name="淘宝-想搞设计PPT(倒卖必究)-80"/>
          <p:cNvSpPr txBox="1"/>
          <p:nvPr/>
        </p:nvSpPr>
        <p:spPr>
          <a:xfrm>
            <a:off x="1435125"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1" name="淘宝-想搞设计PPT(倒卖必究)-81"/>
          <p:cNvSpPr txBox="1"/>
          <p:nvPr/>
        </p:nvSpPr>
        <p:spPr>
          <a:xfrm>
            <a:off x="1494726" y="3604446"/>
            <a:ext cx="3231585"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a:t>
            </a:r>
          </a:p>
          <a:p>
            <a:pPr algn="just"/>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82" name="淘宝-想搞设计PPT(倒卖必究)-82"/>
          <p:cNvSpPr txBox="1"/>
          <p:nvPr/>
        </p:nvSpPr>
        <p:spPr>
          <a:xfrm>
            <a:off x="1407936"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83" name="Picture 82" descr="合肥工业大学.png"/>
          <p:cNvPicPr>
            <a:picLocks noChangeAspect="1"/>
          </p:cNvPicPr>
          <p:nvPr/>
        </p:nvPicPr>
        <p:blipFill>
          <a:blip r:embed="rId2"/>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338331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淘宝-想搞设计PPT(倒卖必究)-31"/>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淘宝-想搞设计PPT(倒卖必究)-32"/>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58" name="淘宝-想搞设计PPT(倒卖必究)-58"/>
          <p:cNvSpPr/>
          <p:nvPr/>
        </p:nvSpPr>
        <p:spPr>
          <a:xfrm rot="11968239">
            <a:off x="1960075" y="1092923"/>
            <a:ext cx="4929121" cy="4929121"/>
          </a:xfrm>
          <a:prstGeom prst="blockArc">
            <a:avLst>
              <a:gd name="adj1" fmla="val 5692214"/>
              <a:gd name="adj2" fmla="val 21588400"/>
              <a:gd name="adj3" fmla="val 751"/>
            </a:avLst>
          </a:prstGeom>
          <a:solidFill>
            <a:srgbClr val="A7030B"/>
          </a:solidFill>
          <a:ln w="25400" cap="flat" cmpd="sng" algn="ctr">
            <a:solidFill>
              <a:srgbClr val="A7030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66" name="淘宝-想搞设计PPT(倒卖必究)-66"/>
          <p:cNvSpPr/>
          <p:nvPr/>
        </p:nvSpPr>
        <p:spPr>
          <a:xfrm rot="483470">
            <a:off x="2729500" y="1850788"/>
            <a:ext cx="3513111" cy="3513111"/>
          </a:xfrm>
          <a:prstGeom prst="blockArc">
            <a:avLst>
              <a:gd name="adj1" fmla="val 5692214"/>
              <a:gd name="adj2" fmla="val 42522"/>
              <a:gd name="adj3" fmla="val 1111"/>
            </a:avLst>
          </a:prstGeom>
          <a:solidFill>
            <a:srgbClr val="A7030B"/>
          </a:solidFill>
          <a:ln w="25400" cap="flat" cmpd="sng" algn="ctr">
            <a:solidFill>
              <a:srgbClr val="A7030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grpSp>
        <p:nvGrpSpPr>
          <p:cNvPr id="77" name="Group 9"/>
          <p:cNvGrpSpPr/>
          <p:nvPr/>
        </p:nvGrpSpPr>
        <p:grpSpPr>
          <a:xfrm>
            <a:off x="2937882" y="2059170"/>
            <a:ext cx="3096344" cy="3096344"/>
            <a:chOff x="2937882" y="1991659"/>
            <a:chExt cx="3096344" cy="3096344"/>
          </a:xfrm>
        </p:grpSpPr>
        <p:sp>
          <p:nvSpPr>
            <p:cNvPr id="83" name="淘宝-想搞设计PPT(倒卖必究)-83"/>
            <p:cNvSpPr/>
            <p:nvPr/>
          </p:nvSpPr>
          <p:spPr>
            <a:xfrm>
              <a:off x="2937882" y="1991659"/>
              <a:ext cx="3096344" cy="3096344"/>
            </a:xfrm>
            <a:prstGeom prst="ellipse">
              <a:avLst/>
            </a:prstGeom>
            <a:solidFill>
              <a:srgbClr val="6B0207"/>
            </a:solidFill>
            <a:ln w="25400" cap="flat" cmpd="sng" algn="ctr">
              <a:noFill/>
              <a:prstDash val="solid"/>
            </a:ln>
            <a:effectLst>
              <a:innerShdw blurRad="101600">
                <a:prstClr val="black"/>
              </a:innerShdw>
            </a:effectLst>
          </p:spPr>
          <p:txBody>
            <a:bodyPr rtlCol="0" anchor="ctr"/>
            <a:lstStyle/>
            <a:p>
              <a:pPr algn="ctr">
                <a:defRPr/>
              </a:pPr>
              <a:endParaRPr lang="zh-CN" altLang="en-US" kern="0" dirty="0">
                <a:solidFill>
                  <a:sysClr val="window" lastClr="FFFFFF"/>
                </a:solidFill>
                <a:latin typeface="Calibri" panose="020F0502020204030204"/>
                <a:ea typeface="宋体" panose="02010600030101010101" pitchFamily="2" charset="-122"/>
              </a:endParaRPr>
            </a:p>
          </p:txBody>
        </p:sp>
        <p:sp>
          <p:nvSpPr>
            <p:cNvPr id="84" name="淘宝-想搞设计PPT(倒卖必究)-84"/>
            <p:cNvSpPr/>
            <p:nvPr/>
          </p:nvSpPr>
          <p:spPr>
            <a:xfrm>
              <a:off x="3077235" y="2116946"/>
              <a:ext cx="2808312" cy="2808312"/>
            </a:xfrm>
            <a:prstGeom prst="ellipse">
              <a:avLst/>
            </a:prstGeom>
            <a:solidFill>
              <a:schemeClr val="bg1">
                <a:lumMod val="85000"/>
              </a:schemeClr>
            </a:solidFill>
            <a:ln w="25400" cap="flat" cmpd="sng" algn="ctr">
              <a:noFill/>
              <a:prstDash val="solid"/>
            </a:ln>
            <a:effectLst>
              <a:outerShdw blurRad="177800" dist="38100" dir="5400000" algn="t" rotWithShape="0">
                <a:prstClr val="black">
                  <a:alpha val="76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5" name="淘宝-想搞设计PPT(倒卖必究)-85"/>
            <p:cNvSpPr/>
            <p:nvPr/>
          </p:nvSpPr>
          <p:spPr>
            <a:xfrm>
              <a:off x="3342326" y="2398025"/>
              <a:ext cx="2287482" cy="2287482"/>
            </a:xfrm>
            <a:prstGeom prst="ellipse">
              <a:avLst/>
            </a:prstGeom>
            <a:gradFill flip="none" rotWithShape="1">
              <a:gsLst>
                <a:gs pos="39000">
                  <a:sysClr val="window" lastClr="FFFFFF"/>
                </a:gs>
                <a:gs pos="100000">
                  <a:sysClr val="windowText" lastClr="000000">
                    <a:lumMod val="75000"/>
                    <a:lumOff val="25000"/>
                  </a:sysClr>
                </a:gs>
              </a:gsLst>
              <a:lin ang="16200000" scaled="1"/>
              <a:tileRect/>
            </a:gra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6" name="淘宝-想搞设计PPT(倒卖必究)-86"/>
            <p:cNvSpPr/>
            <p:nvPr/>
          </p:nvSpPr>
          <p:spPr>
            <a:xfrm>
              <a:off x="3410623" y="2446889"/>
              <a:ext cx="2160240" cy="2160240"/>
            </a:xfrm>
            <a:prstGeom prst="ellipse">
              <a:avLst/>
            </a:prstGeom>
            <a:solidFill>
              <a:sysClr val="window" lastClr="FFFFFF">
                <a:lumMod val="85000"/>
              </a:sysClr>
            </a:solidFill>
            <a:ln w="25400" cap="flat" cmpd="sng" algn="ctr">
              <a:noFill/>
              <a:prstDash val="solid"/>
            </a:ln>
            <a:effectLst>
              <a:outerShdw blurRad="50800" dist="38100" dir="5400000" algn="t" rotWithShape="0">
                <a:prstClr val="black">
                  <a:alpha val="67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7" name="淘宝-想搞设计PPT(倒卖必究)-87"/>
            <p:cNvSpPr txBox="1"/>
            <p:nvPr/>
          </p:nvSpPr>
          <p:spPr>
            <a:xfrm>
              <a:off x="3140607" y="3796411"/>
              <a:ext cx="2712666" cy="400110"/>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100000"/>
                </a:lnSpc>
                <a:defRPr/>
              </a:pPr>
              <a:r>
                <a:rPr lang="en-US" altLang="zh-CN" sz="2000" kern="0" dirty="0">
                  <a:solidFill>
                    <a:sysClr val="windowText" lastClr="000000">
                      <a:lumMod val="85000"/>
                      <a:lumOff val="15000"/>
                    </a:sysClr>
                  </a:solidFill>
                  <a:latin typeface="+mn-lt"/>
                </a:rPr>
                <a:t>Add title</a:t>
              </a:r>
              <a:endParaRPr lang="zh-CN" altLang="en-US" sz="2000" kern="0" dirty="0">
                <a:solidFill>
                  <a:sysClr val="windowText" lastClr="000000">
                    <a:lumMod val="85000"/>
                    <a:lumOff val="15000"/>
                  </a:sysClr>
                </a:solidFill>
                <a:latin typeface="+mn-lt"/>
              </a:endParaRPr>
            </a:p>
          </p:txBody>
        </p:sp>
        <p:grpSp>
          <p:nvGrpSpPr>
            <p:cNvPr id="88" name="组合 39"/>
            <p:cNvGrpSpPr/>
            <p:nvPr/>
          </p:nvGrpSpPr>
          <p:grpSpPr>
            <a:xfrm>
              <a:off x="3987676" y="2812434"/>
              <a:ext cx="987429" cy="901448"/>
              <a:chOff x="4121150" y="192088"/>
              <a:chExt cx="752475" cy="755650"/>
            </a:xfrm>
            <a:solidFill>
              <a:schemeClr val="tx1">
                <a:lumMod val="75000"/>
                <a:lumOff val="25000"/>
              </a:schemeClr>
            </a:solidFill>
          </p:grpSpPr>
          <p:sp>
            <p:nvSpPr>
              <p:cNvPr id="89" name="淘宝-想搞设计PPT(倒卖必究)-89"/>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淘宝-想搞设计PPT(倒卖必究)-90"/>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淘宝-想搞设计PPT(倒卖必究)-91"/>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淘宝-想搞设计PPT(倒卖必究)-92"/>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淘宝-想搞设计PPT(倒卖必究)-93"/>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淘宝-想搞设计PPT(倒卖必究)-94"/>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淘宝-想搞设计PPT(倒卖必究)-95"/>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97" name="淘宝-想搞设计PPT(倒卖必究)-97"/>
          <p:cNvSpPr/>
          <p:nvPr/>
        </p:nvSpPr>
        <p:spPr>
          <a:xfrm>
            <a:off x="5633704" y="1355902"/>
            <a:ext cx="1013711" cy="1013711"/>
          </a:xfrm>
          <a:prstGeom prst="donut">
            <a:avLst>
              <a:gd name="adj" fmla="val 3142"/>
            </a:avLst>
          </a:prstGeom>
          <a:solidFill>
            <a:schemeClr val="accent6"/>
          </a:solidFill>
          <a:ln w="25400" cap="flat" cmpd="sng" algn="ctr">
            <a:solidFill>
              <a:srgbClr val="A7030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98" name="淘宝-想搞设计PPT(倒卖必究)-98"/>
          <p:cNvSpPr/>
          <p:nvPr/>
        </p:nvSpPr>
        <p:spPr>
          <a:xfrm>
            <a:off x="5878808" y="1618448"/>
            <a:ext cx="525778" cy="525778"/>
          </a:xfrm>
          <a:prstGeom prst="ellipse">
            <a:avLst/>
          </a:prstGeom>
          <a:solidFill>
            <a:srgbClr val="A7030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99" name="淘宝-想搞设计PPT(倒卖必究)-99"/>
          <p:cNvSpPr txBox="1"/>
          <p:nvPr/>
        </p:nvSpPr>
        <p:spPr>
          <a:xfrm>
            <a:off x="5965518" y="1650712"/>
            <a:ext cx="340158" cy="461665"/>
          </a:xfrm>
          <a:prstGeom prst="rect">
            <a:avLst/>
          </a:prstGeom>
          <a:noFill/>
        </p:spPr>
        <p:txBody>
          <a:bodyPr wrap="none" rtlCol="0">
            <a:spAutoFit/>
          </a:bodyPr>
          <a:lstStyle/>
          <a:p>
            <a:r>
              <a:rPr lang="en-US" sz="2400" b="1">
                <a:solidFill>
                  <a:schemeClr val="bg1"/>
                </a:solidFill>
              </a:rPr>
              <a:t>1</a:t>
            </a:r>
            <a:endParaRPr lang="en-GB" sz="2400" b="1">
              <a:solidFill>
                <a:schemeClr val="bg1"/>
              </a:solidFill>
            </a:endParaRPr>
          </a:p>
        </p:txBody>
      </p:sp>
      <p:sp>
        <p:nvSpPr>
          <p:cNvPr id="101" name="淘宝-想搞设计PPT(倒卖必究)-101"/>
          <p:cNvSpPr/>
          <p:nvPr/>
        </p:nvSpPr>
        <p:spPr>
          <a:xfrm>
            <a:off x="6301273" y="2712220"/>
            <a:ext cx="1013711" cy="1013711"/>
          </a:xfrm>
          <a:prstGeom prst="donut">
            <a:avLst>
              <a:gd name="adj" fmla="val 3142"/>
            </a:avLst>
          </a:prstGeom>
          <a:solidFill>
            <a:schemeClr val="accent5"/>
          </a:solidFill>
          <a:ln w="25400" cap="flat" cmpd="sng" algn="ctr">
            <a:solidFill>
              <a:srgbClr val="A7030B"/>
            </a:solidFill>
            <a:prstDash val="solid"/>
          </a:ln>
          <a:effectLst/>
        </p:spPr>
        <p:txBody>
          <a:bodyPr rtlCol="0" anchor="ctr"/>
          <a:lstStyle/>
          <a:p>
            <a:pPr algn="ctr">
              <a:defRPr/>
            </a:pPr>
            <a:endParaRPr lang="zh-CN" altLang="en-US" kern="0">
              <a:solidFill>
                <a:srgbClr val="0055AB"/>
              </a:solidFill>
              <a:latin typeface="Calibri" panose="020F0502020204030204"/>
              <a:ea typeface="宋体" panose="02010600030101010101" pitchFamily="2" charset="-122"/>
            </a:endParaRPr>
          </a:p>
        </p:txBody>
      </p:sp>
      <p:sp>
        <p:nvSpPr>
          <p:cNvPr id="102" name="淘宝-想搞设计PPT(倒卖必究)-102"/>
          <p:cNvSpPr/>
          <p:nvPr/>
        </p:nvSpPr>
        <p:spPr>
          <a:xfrm>
            <a:off x="6546377" y="2974766"/>
            <a:ext cx="525778" cy="525778"/>
          </a:xfrm>
          <a:prstGeom prst="ellipse">
            <a:avLst/>
          </a:prstGeom>
          <a:solidFill>
            <a:srgbClr val="A7030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3" name="淘宝-想搞设计PPT(倒卖必究)-103"/>
          <p:cNvSpPr txBox="1"/>
          <p:nvPr/>
        </p:nvSpPr>
        <p:spPr>
          <a:xfrm>
            <a:off x="6641928" y="3017099"/>
            <a:ext cx="340158" cy="461665"/>
          </a:xfrm>
          <a:prstGeom prst="rect">
            <a:avLst/>
          </a:prstGeom>
          <a:noFill/>
        </p:spPr>
        <p:txBody>
          <a:bodyPr wrap="none" rtlCol="0">
            <a:spAutoFit/>
          </a:bodyPr>
          <a:lstStyle/>
          <a:p>
            <a:r>
              <a:rPr lang="en-US" sz="2400" b="1">
                <a:solidFill>
                  <a:schemeClr val="bg1"/>
                </a:solidFill>
              </a:rPr>
              <a:t>2</a:t>
            </a:r>
            <a:endParaRPr lang="en-GB" sz="2400" b="1">
              <a:solidFill>
                <a:schemeClr val="bg1"/>
              </a:solidFill>
            </a:endParaRPr>
          </a:p>
        </p:txBody>
      </p:sp>
      <p:sp>
        <p:nvSpPr>
          <p:cNvPr id="105" name="淘宝-想搞设计PPT(倒卖必究)-105"/>
          <p:cNvSpPr/>
          <p:nvPr/>
        </p:nvSpPr>
        <p:spPr>
          <a:xfrm>
            <a:off x="5975990" y="4246163"/>
            <a:ext cx="1013711" cy="1013711"/>
          </a:xfrm>
          <a:prstGeom prst="donut">
            <a:avLst>
              <a:gd name="adj" fmla="val 3142"/>
            </a:avLst>
          </a:prstGeom>
          <a:solidFill>
            <a:schemeClr val="accent3"/>
          </a:solidFill>
          <a:ln w="25400" cap="flat" cmpd="sng" algn="ctr">
            <a:solidFill>
              <a:srgbClr val="A7030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6" name="淘宝-想搞设计PPT(倒卖必究)-106"/>
          <p:cNvSpPr/>
          <p:nvPr/>
        </p:nvSpPr>
        <p:spPr>
          <a:xfrm>
            <a:off x="6221094" y="4508709"/>
            <a:ext cx="525778" cy="525778"/>
          </a:xfrm>
          <a:prstGeom prst="ellipse">
            <a:avLst/>
          </a:prstGeom>
          <a:solidFill>
            <a:srgbClr val="A7030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7" name="淘宝-想搞设计PPT(倒卖必究)-107"/>
          <p:cNvSpPr txBox="1"/>
          <p:nvPr/>
        </p:nvSpPr>
        <p:spPr>
          <a:xfrm>
            <a:off x="6314260" y="4540765"/>
            <a:ext cx="340158" cy="461665"/>
          </a:xfrm>
          <a:prstGeom prst="rect">
            <a:avLst/>
          </a:prstGeom>
          <a:noFill/>
        </p:spPr>
        <p:txBody>
          <a:bodyPr wrap="none" rtlCol="0">
            <a:spAutoFit/>
          </a:bodyPr>
          <a:lstStyle/>
          <a:p>
            <a:r>
              <a:rPr lang="en-US" sz="2400" b="1">
                <a:solidFill>
                  <a:schemeClr val="bg1"/>
                </a:solidFill>
              </a:rPr>
              <a:t>3</a:t>
            </a:r>
            <a:endParaRPr lang="en-GB" sz="2400" b="1">
              <a:solidFill>
                <a:schemeClr val="bg1"/>
              </a:solidFill>
            </a:endParaRPr>
          </a:p>
        </p:txBody>
      </p:sp>
      <p:sp>
        <p:nvSpPr>
          <p:cNvPr id="109" name="淘宝-想搞设计PPT(倒卖必究)-109"/>
          <p:cNvSpPr/>
          <p:nvPr/>
        </p:nvSpPr>
        <p:spPr>
          <a:xfrm>
            <a:off x="4212068" y="5423812"/>
            <a:ext cx="1013711" cy="1013711"/>
          </a:xfrm>
          <a:prstGeom prst="donut">
            <a:avLst>
              <a:gd name="adj" fmla="val 3142"/>
            </a:avLst>
          </a:prstGeom>
          <a:solidFill>
            <a:schemeClr val="tx2"/>
          </a:solidFill>
          <a:ln w="25400" cap="flat" cmpd="sng" algn="ctr">
            <a:solidFill>
              <a:srgbClr val="A7030B"/>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0" name="淘宝-想搞设计PPT(倒卖必究)-110"/>
          <p:cNvSpPr/>
          <p:nvPr/>
        </p:nvSpPr>
        <p:spPr>
          <a:xfrm>
            <a:off x="4457172" y="5686358"/>
            <a:ext cx="525778" cy="525778"/>
          </a:xfrm>
          <a:prstGeom prst="ellipse">
            <a:avLst/>
          </a:prstGeom>
          <a:solidFill>
            <a:srgbClr val="A7030B"/>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11" name="淘宝-想搞设计PPT(倒卖必究)-111"/>
          <p:cNvSpPr txBox="1"/>
          <p:nvPr/>
        </p:nvSpPr>
        <p:spPr>
          <a:xfrm>
            <a:off x="4530736" y="5718065"/>
            <a:ext cx="340158" cy="461665"/>
          </a:xfrm>
          <a:prstGeom prst="rect">
            <a:avLst/>
          </a:prstGeom>
          <a:noFill/>
        </p:spPr>
        <p:txBody>
          <a:bodyPr wrap="none" rtlCol="0">
            <a:spAutoFit/>
          </a:bodyPr>
          <a:lstStyle/>
          <a:p>
            <a:r>
              <a:rPr lang="en-US" sz="2400" b="1">
                <a:solidFill>
                  <a:schemeClr val="bg1"/>
                </a:solidFill>
              </a:rPr>
              <a:t>4</a:t>
            </a:r>
            <a:endParaRPr lang="en-GB" sz="2400" b="1">
              <a:solidFill>
                <a:schemeClr val="bg1"/>
              </a:solidFill>
            </a:endParaRPr>
          </a:p>
        </p:txBody>
      </p:sp>
      <p:grpSp>
        <p:nvGrpSpPr>
          <p:cNvPr id="115" name="Group 38"/>
          <p:cNvGrpSpPr/>
          <p:nvPr/>
        </p:nvGrpSpPr>
        <p:grpSpPr>
          <a:xfrm>
            <a:off x="6477943" y="1717006"/>
            <a:ext cx="3095434" cy="278678"/>
            <a:chOff x="6477943" y="1649495"/>
            <a:chExt cx="3095434" cy="278678"/>
          </a:xfrm>
        </p:grpSpPr>
        <p:cxnSp>
          <p:nvCxnSpPr>
            <p:cNvPr id="116" name="淘宝-想搞设计PPT(倒卖必究)-116"/>
            <p:cNvCxnSpPr/>
            <p:nvPr/>
          </p:nvCxnSpPr>
          <p:spPr>
            <a:xfrm>
              <a:off x="6653868" y="1782183"/>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17" name="组合 53"/>
            <p:cNvGrpSpPr/>
            <p:nvPr/>
          </p:nvGrpSpPr>
          <p:grpSpPr>
            <a:xfrm>
              <a:off x="6477943" y="1649495"/>
              <a:ext cx="278678" cy="278678"/>
              <a:chOff x="5917211" y="1835961"/>
              <a:chExt cx="504056" cy="504056"/>
            </a:xfrm>
          </p:grpSpPr>
          <p:sp>
            <p:nvSpPr>
              <p:cNvPr id="118" name="淘宝-想搞设计PPT(倒卖必究)-118"/>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9" name="淘宝-想搞设计PPT(倒卖必究)-119"/>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0" name="Group 39"/>
          <p:cNvGrpSpPr/>
          <p:nvPr/>
        </p:nvGrpSpPr>
        <p:grpSpPr>
          <a:xfrm>
            <a:off x="7159626" y="3071958"/>
            <a:ext cx="3081320" cy="278678"/>
            <a:chOff x="7159626" y="3004447"/>
            <a:chExt cx="3081320" cy="278678"/>
          </a:xfrm>
        </p:grpSpPr>
        <p:cxnSp>
          <p:nvCxnSpPr>
            <p:cNvPr id="121" name="淘宝-想搞设计PPT(倒卖必究)-121"/>
            <p:cNvCxnSpPr/>
            <p:nvPr/>
          </p:nvCxnSpPr>
          <p:spPr>
            <a:xfrm>
              <a:off x="7321437" y="3138501"/>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2" name="组合 60"/>
            <p:cNvGrpSpPr/>
            <p:nvPr/>
          </p:nvGrpSpPr>
          <p:grpSpPr>
            <a:xfrm>
              <a:off x="7159626" y="3004447"/>
              <a:ext cx="278678" cy="278678"/>
              <a:chOff x="5917211" y="1835961"/>
              <a:chExt cx="504056" cy="504056"/>
            </a:xfrm>
          </p:grpSpPr>
          <p:sp>
            <p:nvSpPr>
              <p:cNvPr id="123" name="淘宝-想搞设计PPT(倒卖必究)-123"/>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4" name="淘宝-想搞设计PPT(倒卖必究)-124"/>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5" name="Group 40"/>
          <p:cNvGrpSpPr/>
          <p:nvPr/>
        </p:nvGrpSpPr>
        <p:grpSpPr>
          <a:xfrm>
            <a:off x="6834343" y="4605901"/>
            <a:ext cx="3081320" cy="278678"/>
            <a:chOff x="6834343" y="4538390"/>
            <a:chExt cx="3081320" cy="278678"/>
          </a:xfrm>
        </p:grpSpPr>
        <p:cxnSp>
          <p:nvCxnSpPr>
            <p:cNvPr id="126" name="淘宝-想搞设计PPT(倒卖必究)-126"/>
            <p:cNvCxnSpPr/>
            <p:nvPr/>
          </p:nvCxnSpPr>
          <p:spPr>
            <a:xfrm>
              <a:off x="6996154" y="4672444"/>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7" name="组合 67"/>
            <p:cNvGrpSpPr/>
            <p:nvPr/>
          </p:nvGrpSpPr>
          <p:grpSpPr>
            <a:xfrm>
              <a:off x="6834343" y="4538390"/>
              <a:ext cx="278678" cy="278678"/>
              <a:chOff x="5917211" y="1835961"/>
              <a:chExt cx="504056" cy="504056"/>
            </a:xfrm>
          </p:grpSpPr>
          <p:sp>
            <p:nvSpPr>
              <p:cNvPr id="128" name="淘宝-想搞设计PPT(倒卖必究)-128"/>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9" name="淘宝-想搞设计PPT(倒卖必究)-129"/>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30" name="Group 42"/>
          <p:cNvGrpSpPr/>
          <p:nvPr/>
        </p:nvGrpSpPr>
        <p:grpSpPr>
          <a:xfrm>
            <a:off x="5070421" y="5783550"/>
            <a:ext cx="3385486" cy="278678"/>
            <a:chOff x="5070421" y="5716039"/>
            <a:chExt cx="3385486" cy="278678"/>
          </a:xfrm>
        </p:grpSpPr>
        <p:cxnSp>
          <p:nvCxnSpPr>
            <p:cNvPr id="131" name="淘宝-想搞设计PPT(倒卖必究)-131"/>
            <p:cNvCxnSpPr/>
            <p:nvPr/>
          </p:nvCxnSpPr>
          <p:spPr>
            <a:xfrm>
              <a:off x="5232231" y="5850093"/>
              <a:ext cx="3223676" cy="13063"/>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32" name="组合 74"/>
            <p:cNvGrpSpPr/>
            <p:nvPr/>
          </p:nvGrpSpPr>
          <p:grpSpPr>
            <a:xfrm>
              <a:off x="5070421" y="5716039"/>
              <a:ext cx="278678" cy="278678"/>
              <a:chOff x="5917211" y="1835961"/>
              <a:chExt cx="504056" cy="504056"/>
            </a:xfrm>
          </p:grpSpPr>
          <p:sp>
            <p:nvSpPr>
              <p:cNvPr id="133" name="淘宝-想搞设计PPT(倒卖必究)-133"/>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34" name="淘宝-想搞设计PPT(倒卖必究)-134"/>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sp>
        <p:nvSpPr>
          <p:cNvPr id="135" name="淘宝-想搞设计PPT(倒卖必究)-135"/>
          <p:cNvSpPr txBox="1"/>
          <p:nvPr/>
        </p:nvSpPr>
        <p:spPr>
          <a:xfrm>
            <a:off x="6716594" y="1236965"/>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6" name="淘宝-想搞设计PPT(倒卖必究)-136"/>
          <p:cNvSpPr txBox="1"/>
          <p:nvPr/>
        </p:nvSpPr>
        <p:spPr>
          <a:xfrm>
            <a:off x="7385267" y="258785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7" name="淘宝-想搞设计PPT(倒卖必究)-137"/>
          <p:cNvSpPr txBox="1"/>
          <p:nvPr/>
        </p:nvSpPr>
        <p:spPr>
          <a:xfrm>
            <a:off x="7113021" y="411192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8" name="淘宝-想搞设计PPT(倒卖必究)-138"/>
          <p:cNvSpPr txBox="1"/>
          <p:nvPr/>
        </p:nvSpPr>
        <p:spPr>
          <a:xfrm>
            <a:off x="6221233" y="5347280"/>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139" name="Picture 138" descr="合肥工业大学.png"/>
          <p:cNvPicPr>
            <a:picLocks noChangeAspect="1"/>
          </p:cNvPicPr>
          <p:nvPr/>
        </p:nvPicPr>
        <p:blipFill>
          <a:blip r:embed="rId2"/>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3170646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淘宝-想搞设计PPT(倒卖必究)-33"/>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淘宝-想搞设计PPT(倒卖必究)-35"/>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pic>
        <p:nvPicPr>
          <p:cNvPr id="97" name="淘宝-想搞设计PPT(倒卖必究)-97" descr="shadow_1_m"/>
          <p:cNvPicPr>
            <a:picLocks noChangeAspect="1" noChangeArrowheads="1"/>
          </p:cNvPicPr>
          <p:nvPr/>
        </p:nvPicPr>
        <p:blipFill>
          <a:blip r:embed="rId2" cstate="print">
            <a:extLst>
              <a:ext uri="{28A0092B-C50C-407E-A947-70E740481C1C}">
                <a14:useLocalDpi xmlns:a14="http://schemas.microsoft.com/office/drawing/2010/main" val="0"/>
              </a:ext>
            </a:extLst>
          </a:blip>
          <a:srcRect l="61411"/>
          <a:stretch>
            <a:fillRect/>
          </a:stretch>
        </p:blipFill>
        <p:spPr bwMode="gray">
          <a:xfrm>
            <a:off x="4807574" y="740959"/>
            <a:ext cx="72669" cy="643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淘宝-想搞设计PPT(倒卖必究)-99"/>
          <p:cNvSpPr/>
          <p:nvPr/>
        </p:nvSpPr>
        <p:spPr bwMode="auto">
          <a:xfrm>
            <a:off x="1531799" y="3431112"/>
            <a:ext cx="2916708" cy="719559"/>
          </a:xfrm>
          <a:prstGeom prst="rect">
            <a:avLst/>
          </a:pr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淘宝-想搞设计PPT(倒卖必究)-100"/>
          <p:cNvSpPr/>
          <p:nvPr/>
        </p:nvSpPr>
        <p:spPr bwMode="auto">
          <a:xfrm>
            <a:off x="1531799" y="1786813"/>
            <a:ext cx="3278624" cy="2363858"/>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53298" h="2634276">
                <a:moveTo>
                  <a:pt x="459" y="2634276"/>
                </a:moveTo>
                <a:cubicBezTo>
                  <a:pt x="-1128" y="2367371"/>
                  <a:pt x="2047" y="2095705"/>
                  <a:pt x="460" y="1828800"/>
                </a:cubicBezTo>
                <a:lnTo>
                  <a:pt x="3653298" y="0"/>
                </a:lnTo>
                <a:lnTo>
                  <a:pt x="3653298" y="796413"/>
                </a:lnTo>
                <a:lnTo>
                  <a:pt x="459" y="2634276"/>
                </a:lnTo>
                <a:close/>
              </a:path>
            </a:pathLst>
          </a:custGeom>
          <a:solidFill>
            <a:srgbClr val="6B020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1" name="淘宝-想搞设计PPT(倒卖必究)-101"/>
          <p:cNvSpPr/>
          <p:nvPr/>
        </p:nvSpPr>
        <p:spPr bwMode="auto">
          <a:xfrm>
            <a:off x="4808999" y="1786813"/>
            <a:ext cx="899092" cy="722408"/>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 name="淘宝-想搞设计PPT(倒卖必究)-102"/>
          <p:cNvSpPr/>
          <p:nvPr/>
        </p:nvSpPr>
        <p:spPr>
          <a:xfrm>
            <a:off x="2261332" y="4134998"/>
            <a:ext cx="2187174" cy="722408"/>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6019" h="805091">
                <a:moveTo>
                  <a:pt x="2381" y="800100"/>
                </a:moveTo>
                <a:cubicBezTo>
                  <a:pt x="1587" y="533400"/>
                  <a:pt x="794" y="266700"/>
                  <a:pt x="0" y="0"/>
                </a:cubicBezTo>
                <a:lnTo>
                  <a:pt x="2436019" y="2380"/>
                </a:lnTo>
                <a:lnTo>
                  <a:pt x="2436019" y="805091"/>
                </a:lnTo>
                <a:lnTo>
                  <a:pt x="2381" y="800100"/>
                </a:ln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 name="淘宝-想搞设计PPT(倒卖必究)-103"/>
          <p:cNvSpPr/>
          <p:nvPr/>
        </p:nvSpPr>
        <p:spPr>
          <a:xfrm>
            <a:off x="2261332" y="2859739"/>
            <a:ext cx="2549091" cy="1991967"/>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39142" h="2219708">
                <a:moveTo>
                  <a:pt x="2382" y="2219708"/>
                </a:moveTo>
                <a:lnTo>
                  <a:pt x="0" y="1419608"/>
                </a:lnTo>
                <a:lnTo>
                  <a:pt x="2839142" y="0"/>
                </a:lnTo>
                <a:lnTo>
                  <a:pt x="2839142" y="796413"/>
                </a:lnTo>
                <a:lnTo>
                  <a:pt x="2382" y="2219708"/>
                </a:lnTo>
                <a:close/>
              </a:path>
            </a:pathLst>
          </a:custGeom>
          <a:solidFill>
            <a:srgbClr val="6B020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4" name="淘宝-想搞设计PPT(倒卖必究)-104"/>
          <p:cNvSpPr/>
          <p:nvPr/>
        </p:nvSpPr>
        <p:spPr>
          <a:xfrm>
            <a:off x="4804724" y="285973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5" name="淘宝-想搞设计PPT(倒卖必究)-105"/>
          <p:cNvSpPr/>
          <p:nvPr/>
        </p:nvSpPr>
        <p:spPr>
          <a:xfrm>
            <a:off x="2986590" y="4855982"/>
            <a:ext cx="1461916" cy="720984"/>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28775" h="802939">
                <a:moveTo>
                  <a:pt x="0" y="800100"/>
                </a:moveTo>
                <a:lnTo>
                  <a:pt x="0" y="0"/>
                </a:lnTo>
                <a:lnTo>
                  <a:pt x="1628775" y="228"/>
                </a:lnTo>
                <a:lnTo>
                  <a:pt x="1628775" y="802939"/>
                </a:lnTo>
                <a:lnTo>
                  <a:pt x="0" y="800100"/>
                </a:ln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6" name="淘宝-想搞设计PPT(倒卖必究)-106"/>
          <p:cNvSpPr/>
          <p:nvPr/>
        </p:nvSpPr>
        <p:spPr>
          <a:xfrm>
            <a:off x="4804724" y="3945490"/>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7" name="淘宝-想搞设计PPT(倒卖必究)-107"/>
          <p:cNvSpPr/>
          <p:nvPr/>
        </p:nvSpPr>
        <p:spPr>
          <a:xfrm>
            <a:off x="2985166" y="3945490"/>
            <a:ext cx="1825257" cy="1628626"/>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34279" h="1814511">
                <a:moveTo>
                  <a:pt x="2381" y="1814511"/>
                </a:moveTo>
                <a:cubicBezTo>
                  <a:pt x="1587" y="1547811"/>
                  <a:pt x="794" y="1281111"/>
                  <a:pt x="0" y="1014411"/>
                </a:cubicBezTo>
                <a:lnTo>
                  <a:pt x="2034279" y="0"/>
                </a:lnTo>
                <a:lnTo>
                  <a:pt x="2034279" y="796413"/>
                </a:lnTo>
                <a:lnTo>
                  <a:pt x="2381" y="1814511"/>
                </a:lnTo>
                <a:close/>
              </a:path>
            </a:pathLst>
          </a:custGeom>
          <a:solidFill>
            <a:srgbClr val="6B020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8" name="淘宝-想搞设计PPT(倒卖必究)-108"/>
          <p:cNvSpPr/>
          <p:nvPr/>
        </p:nvSpPr>
        <p:spPr>
          <a:xfrm>
            <a:off x="3713274" y="5609602"/>
            <a:ext cx="735233" cy="722409"/>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 name="connsiteX0-103" fmla="*/ 0 w 1628775"/>
              <a:gd name="connsiteY0-104" fmla="*/ 802817 h 805656"/>
              <a:gd name="connsiteX1-105" fmla="*/ 0 w 1628775"/>
              <a:gd name="connsiteY1-106" fmla="*/ 2717 h 805656"/>
              <a:gd name="connsiteX2-107" fmla="*/ 809624 w 1628775"/>
              <a:gd name="connsiteY2-108" fmla="*/ 0 h 805656"/>
              <a:gd name="connsiteX3-109" fmla="*/ 1628775 w 1628775"/>
              <a:gd name="connsiteY3-110" fmla="*/ 2945 h 805656"/>
              <a:gd name="connsiteX4-111" fmla="*/ 1628775 w 1628775"/>
              <a:gd name="connsiteY4-112" fmla="*/ 805656 h 805656"/>
              <a:gd name="connsiteX5-113" fmla="*/ 0 w 1628775"/>
              <a:gd name="connsiteY5-114" fmla="*/ 802817 h 805656"/>
              <a:gd name="connsiteX0-115" fmla="*/ 0 w 1628775"/>
              <a:gd name="connsiteY0-116" fmla="*/ 802817 h 805656"/>
              <a:gd name="connsiteX1-117" fmla="*/ 0 w 1628775"/>
              <a:gd name="connsiteY1-118" fmla="*/ 2717 h 805656"/>
              <a:gd name="connsiteX2-119" fmla="*/ 809624 w 1628775"/>
              <a:gd name="connsiteY2-120" fmla="*/ 0 h 805656"/>
              <a:gd name="connsiteX3-121" fmla="*/ 1628775 w 1628775"/>
              <a:gd name="connsiteY3-122" fmla="*/ 2945 h 805656"/>
              <a:gd name="connsiteX4-123" fmla="*/ 1628775 w 1628775"/>
              <a:gd name="connsiteY4-124" fmla="*/ 805656 h 805656"/>
              <a:gd name="connsiteX5-125" fmla="*/ 809624 w 1628775"/>
              <a:gd name="connsiteY5-126" fmla="*/ 803275 h 805656"/>
              <a:gd name="connsiteX6-127" fmla="*/ 0 w 1628775"/>
              <a:gd name="connsiteY6-128" fmla="*/ 802817 h 805656"/>
              <a:gd name="connsiteX0-129" fmla="*/ 0 w 1628775"/>
              <a:gd name="connsiteY0-130" fmla="*/ 802817 h 805656"/>
              <a:gd name="connsiteX1-131" fmla="*/ 809624 w 1628775"/>
              <a:gd name="connsiteY1-132" fmla="*/ 0 h 805656"/>
              <a:gd name="connsiteX2-133" fmla="*/ 1628775 w 1628775"/>
              <a:gd name="connsiteY2-134" fmla="*/ 2945 h 805656"/>
              <a:gd name="connsiteX3-135" fmla="*/ 1628775 w 1628775"/>
              <a:gd name="connsiteY3-136" fmla="*/ 805656 h 805656"/>
              <a:gd name="connsiteX4-137" fmla="*/ 809624 w 1628775"/>
              <a:gd name="connsiteY4-138" fmla="*/ 803275 h 805656"/>
              <a:gd name="connsiteX5-139" fmla="*/ 0 w 1628775"/>
              <a:gd name="connsiteY5-140" fmla="*/ 802817 h 805656"/>
              <a:gd name="connsiteX0-141" fmla="*/ 0 w 819151"/>
              <a:gd name="connsiteY0-142" fmla="*/ 803275 h 805656"/>
              <a:gd name="connsiteX1-143" fmla="*/ 0 w 819151"/>
              <a:gd name="connsiteY1-144" fmla="*/ 0 h 805656"/>
              <a:gd name="connsiteX2-145" fmla="*/ 819151 w 819151"/>
              <a:gd name="connsiteY2-146" fmla="*/ 2945 h 805656"/>
              <a:gd name="connsiteX3-147" fmla="*/ 819151 w 819151"/>
              <a:gd name="connsiteY3-148" fmla="*/ 805656 h 805656"/>
              <a:gd name="connsiteX4-149" fmla="*/ 0 w 819151"/>
              <a:gd name="connsiteY4-150" fmla="*/ 803275 h 80565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9151" h="805656">
                <a:moveTo>
                  <a:pt x="0" y="803275"/>
                </a:moveTo>
                <a:lnTo>
                  <a:pt x="0" y="0"/>
                </a:lnTo>
                <a:lnTo>
                  <a:pt x="819151" y="2945"/>
                </a:lnTo>
                <a:lnTo>
                  <a:pt x="819151" y="805656"/>
                </a:lnTo>
                <a:lnTo>
                  <a:pt x="0" y="803275"/>
                </a:ln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9" name="淘宝-想搞设计PPT(倒卖必究)-109"/>
          <p:cNvSpPr/>
          <p:nvPr/>
        </p:nvSpPr>
        <p:spPr>
          <a:xfrm>
            <a:off x="4804724" y="504548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A7030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0" name="淘宝-想搞设计PPT(倒卖必究)-110"/>
          <p:cNvSpPr/>
          <p:nvPr/>
        </p:nvSpPr>
        <p:spPr>
          <a:xfrm>
            <a:off x="3714699" y="5049764"/>
            <a:ext cx="1091450" cy="1256735"/>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 name="connsiteX0-133" fmla="*/ 2381 w 2034279"/>
              <a:gd name="connsiteY0-134" fmla="*/ 1814511 h 1814511"/>
              <a:gd name="connsiteX1-135" fmla="*/ 0 w 2034279"/>
              <a:gd name="connsiteY1-136" fmla="*/ 1014411 h 1814511"/>
              <a:gd name="connsiteX2-137" fmla="*/ 2034279 w 2034279"/>
              <a:gd name="connsiteY2-138" fmla="*/ 0 h 1814511"/>
              <a:gd name="connsiteX3-139" fmla="*/ 2034279 w 2034279"/>
              <a:gd name="connsiteY3-140" fmla="*/ 796413 h 1814511"/>
              <a:gd name="connsiteX4-141" fmla="*/ 814387 w 2034279"/>
              <a:gd name="connsiteY4-142" fmla="*/ 1408112 h 1814511"/>
              <a:gd name="connsiteX5-143" fmla="*/ 2381 w 2034279"/>
              <a:gd name="connsiteY5-144" fmla="*/ 1814511 h 1814511"/>
              <a:gd name="connsiteX0-145" fmla="*/ 2381 w 2034279"/>
              <a:gd name="connsiteY0-146" fmla="*/ 1814511 h 1814511"/>
              <a:gd name="connsiteX1-147" fmla="*/ 0 w 2034279"/>
              <a:gd name="connsiteY1-148" fmla="*/ 1014411 h 1814511"/>
              <a:gd name="connsiteX2-149" fmla="*/ 814387 w 2034279"/>
              <a:gd name="connsiteY2-150" fmla="*/ 603250 h 1814511"/>
              <a:gd name="connsiteX3-151" fmla="*/ 2034279 w 2034279"/>
              <a:gd name="connsiteY3-152" fmla="*/ 0 h 1814511"/>
              <a:gd name="connsiteX4-153" fmla="*/ 2034279 w 2034279"/>
              <a:gd name="connsiteY4-154" fmla="*/ 796413 h 1814511"/>
              <a:gd name="connsiteX5-155" fmla="*/ 814387 w 2034279"/>
              <a:gd name="connsiteY5-156" fmla="*/ 1408112 h 1814511"/>
              <a:gd name="connsiteX6-157" fmla="*/ 2381 w 2034279"/>
              <a:gd name="connsiteY6-158" fmla="*/ 1814511 h 1814511"/>
              <a:gd name="connsiteX0-159" fmla="*/ 0 w 2031898"/>
              <a:gd name="connsiteY0-160" fmla="*/ 1814511 h 1814511"/>
              <a:gd name="connsiteX1-161" fmla="*/ 812006 w 2031898"/>
              <a:gd name="connsiteY1-162" fmla="*/ 603250 h 1814511"/>
              <a:gd name="connsiteX2-163" fmla="*/ 2031898 w 2031898"/>
              <a:gd name="connsiteY2-164" fmla="*/ 0 h 1814511"/>
              <a:gd name="connsiteX3-165" fmla="*/ 2031898 w 2031898"/>
              <a:gd name="connsiteY3-166" fmla="*/ 796413 h 1814511"/>
              <a:gd name="connsiteX4-167" fmla="*/ 812006 w 2031898"/>
              <a:gd name="connsiteY4-168" fmla="*/ 1408112 h 1814511"/>
              <a:gd name="connsiteX5-169" fmla="*/ 0 w 2031898"/>
              <a:gd name="connsiteY5-170" fmla="*/ 1814511 h 1814511"/>
              <a:gd name="connsiteX0-171" fmla="*/ 0 w 1219892"/>
              <a:gd name="connsiteY0-172" fmla="*/ 1408112 h 1408112"/>
              <a:gd name="connsiteX1-173" fmla="*/ 0 w 1219892"/>
              <a:gd name="connsiteY1-174" fmla="*/ 603250 h 1408112"/>
              <a:gd name="connsiteX2-175" fmla="*/ 1219892 w 1219892"/>
              <a:gd name="connsiteY2-176" fmla="*/ 0 h 1408112"/>
              <a:gd name="connsiteX3-177" fmla="*/ 1219892 w 1219892"/>
              <a:gd name="connsiteY3-178" fmla="*/ 796413 h 1408112"/>
              <a:gd name="connsiteX4-179" fmla="*/ 0 w 1219892"/>
              <a:gd name="connsiteY4-180" fmla="*/ 1408112 h 1408112"/>
              <a:gd name="connsiteX0-181" fmla="*/ 0 w 1219892"/>
              <a:gd name="connsiteY0-182" fmla="*/ 1400968 h 1400968"/>
              <a:gd name="connsiteX1-183" fmla="*/ 0 w 1219892"/>
              <a:gd name="connsiteY1-184" fmla="*/ 596106 h 1400968"/>
              <a:gd name="connsiteX2-185" fmla="*/ 1212748 w 1219892"/>
              <a:gd name="connsiteY2-186" fmla="*/ 0 h 1400968"/>
              <a:gd name="connsiteX3-187" fmla="*/ 1219892 w 1219892"/>
              <a:gd name="connsiteY3-188" fmla="*/ 789269 h 1400968"/>
              <a:gd name="connsiteX4-189" fmla="*/ 0 w 1219892"/>
              <a:gd name="connsiteY4-190" fmla="*/ 1400968 h 1400968"/>
              <a:gd name="connsiteX0-191" fmla="*/ 0 w 1215129"/>
              <a:gd name="connsiteY0-192" fmla="*/ 1400968 h 1400968"/>
              <a:gd name="connsiteX1-193" fmla="*/ 0 w 1215129"/>
              <a:gd name="connsiteY1-194" fmla="*/ 596106 h 1400968"/>
              <a:gd name="connsiteX2-195" fmla="*/ 1212748 w 1215129"/>
              <a:gd name="connsiteY2-196" fmla="*/ 0 h 1400968"/>
              <a:gd name="connsiteX3-197" fmla="*/ 1215129 w 1215129"/>
              <a:gd name="connsiteY3-198" fmla="*/ 791651 h 1400968"/>
              <a:gd name="connsiteX4-199" fmla="*/ 0 w 1215129"/>
              <a:gd name="connsiteY4-200" fmla="*/ 1400968 h 14009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5129" h="1400968">
                <a:moveTo>
                  <a:pt x="0" y="1400968"/>
                </a:moveTo>
                <a:lnTo>
                  <a:pt x="0" y="596106"/>
                </a:lnTo>
                <a:lnTo>
                  <a:pt x="1212748" y="0"/>
                </a:lnTo>
                <a:cubicBezTo>
                  <a:pt x="1215129" y="263090"/>
                  <a:pt x="1212748" y="528561"/>
                  <a:pt x="1215129" y="791651"/>
                </a:cubicBezTo>
                <a:lnTo>
                  <a:pt x="0" y="1400968"/>
                </a:lnTo>
                <a:close/>
              </a:path>
            </a:pathLst>
          </a:custGeom>
          <a:solidFill>
            <a:srgbClr val="6B020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1" name="淘宝-想搞设计PPT(倒卖必究)-111"/>
          <p:cNvCxnSpPr/>
          <p:nvPr/>
        </p:nvCxnSpPr>
        <p:spPr>
          <a:xfrm>
            <a:off x="5884775" y="1786813"/>
            <a:ext cx="0" cy="722408"/>
          </a:xfrm>
          <a:prstGeom prst="line">
            <a:avLst/>
          </a:prstGeom>
          <a:ln>
            <a:solidFill>
              <a:srgbClr val="A7030B"/>
            </a:solidFill>
            <a:prstDash val="dash"/>
          </a:ln>
        </p:spPr>
        <p:style>
          <a:lnRef idx="1">
            <a:schemeClr val="accent1"/>
          </a:lnRef>
          <a:fillRef idx="0">
            <a:schemeClr val="accent1"/>
          </a:fillRef>
          <a:effectRef idx="0">
            <a:schemeClr val="accent1"/>
          </a:effectRef>
          <a:fontRef idx="minor">
            <a:schemeClr val="tx1"/>
          </a:fontRef>
        </p:style>
      </p:cxnSp>
      <p:cxnSp>
        <p:nvCxnSpPr>
          <p:cNvPr id="112" name="淘宝-想搞设计PPT(倒卖必究)-112"/>
          <p:cNvCxnSpPr/>
          <p:nvPr/>
        </p:nvCxnSpPr>
        <p:spPr>
          <a:xfrm>
            <a:off x="5884775" y="2859739"/>
            <a:ext cx="0" cy="722409"/>
          </a:xfrm>
          <a:prstGeom prst="line">
            <a:avLst/>
          </a:prstGeom>
          <a:ln>
            <a:solidFill>
              <a:srgbClr val="A7030B"/>
            </a:solidFill>
            <a:prstDash val="dash"/>
          </a:ln>
        </p:spPr>
        <p:style>
          <a:lnRef idx="1">
            <a:schemeClr val="accent1"/>
          </a:lnRef>
          <a:fillRef idx="0">
            <a:schemeClr val="accent1"/>
          </a:fillRef>
          <a:effectRef idx="0">
            <a:schemeClr val="accent1"/>
          </a:effectRef>
          <a:fontRef idx="minor">
            <a:schemeClr val="tx1"/>
          </a:fontRef>
        </p:style>
      </p:cxnSp>
      <p:cxnSp>
        <p:nvCxnSpPr>
          <p:cNvPr id="113" name="淘宝-想搞设计PPT(倒卖必究)-113"/>
          <p:cNvCxnSpPr/>
          <p:nvPr/>
        </p:nvCxnSpPr>
        <p:spPr>
          <a:xfrm>
            <a:off x="5884775" y="3975413"/>
            <a:ext cx="0" cy="722408"/>
          </a:xfrm>
          <a:prstGeom prst="line">
            <a:avLst/>
          </a:prstGeom>
          <a:ln>
            <a:solidFill>
              <a:srgbClr val="A7030B"/>
            </a:solidFill>
            <a:prstDash val="dash"/>
          </a:ln>
        </p:spPr>
        <p:style>
          <a:lnRef idx="1">
            <a:schemeClr val="accent1"/>
          </a:lnRef>
          <a:fillRef idx="0">
            <a:schemeClr val="accent1"/>
          </a:fillRef>
          <a:effectRef idx="0">
            <a:schemeClr val="accent1"/>
          </a:effectRef>
          <a:fontRef idx="minor">
            <a:schemeClr val="tx1"/>
          </a:fontRef>
        </p:style>
      </p:cxnSp>
      <p:cxnSp>
        <p:nvCxnSpPr>
          <p:cNvPr id="114" name="淘宝-想搞设计PPT(倒卖必究)-114"/>
          <p:cNvCxnSpPr/>
          <p:nvPr/>
        </p:nvCxnSpPr>
        <p:spPr>
          <a:xfrm>
            <a:off x="5884775" y="5049764"/>
            <a:ext cx="0" cy="722408"/>
          </a:xfrm>
          <a:prstGeom prst="line">
            <a:avLst/>
          </a:prstGeom>
          <a:ln>
            <a:solidFill>
              <a:srgbClr val="A7030B"/>
            </a:solidFill>
            <a:prstDash val="dash"/>
          </a:ln>
        </p:spPr>
        <p:style>
          <a:lnRef idx="1">
            <a:schemeClr val="accent1"/>
          </a:lnRef>
          <a:fillRef idx="0">
            <a:schemeClr val="accent1"/>
          </a:fillRef>
          <a:effectRef idx="0">
            <a:schemeClr val="accent1"/>
          </a:effectRef>
          <a:fontRef idx="minor">
            <a:schemeClr val="tx1"/>
          </a:fontRef>
        </p:style>
      </p:cxnSp>
      <p:sp>
        <p:nvSpPr>
          <p:cNvPr id="115" name="淘宝-想搞设计PPT(倒卖必究)-115"/>
          <p:cNvSpPr/>
          <p:nvPr/>
        </p:nvSpPr>
        <p:spPr>
          <a:xfrm>
            <a:off x="2769913" y="274544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0" name="淘宝-想搞设计PPT(倒卖必究)-120"/>
          <p:cNvSpPr/>
          <p:nvPr/>
        </p:nvSpPr>
        <p:spPr bwMode="auto">
          <a:xfrm>
            <a:off x="5000667" y="1997960"/>
            <a:ext cx="417487" cy="28711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1" name="淘宝-想搞设计PPT(倒卖必究)-121"/>
          <p:cNvSpPr/>
          <p:nvPr/>
        </p:nvSpPr>
        <p:spPr bwMode="auto">
          <a:xfrm>
            <a:off x="5026604" y="2975097"/>
            <a:ext cx="416775" cy="416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2" name="淘宝-想搞设计PPT(倒卖必究)-122"/>
          <p:cNvSpPr/>
          <p:nvPr/>
        </p:nvSpPr>
        <p:spPr bwMode="auto">
          <a:xfrm>
            <a:off x="4995340" y="4141257"/>
            <a:ext cx="416775" cy="37759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3" name="淘宝-想搞设计PPT(倒卖必究)-123"/>
          <p:cNvSpPr/>
          <p:nvPr/>
        </p:nvSpPr>
        <p:spPr bwMode="auto">
          <a:xfrm>
            <a:off x="5091777" y="5218231"/>
            <a:ext cx="286399" cy="4174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7" name="淘宝-想搞设计PPT(倒卖必究)-127"/>
          <p:cNvSpPr/>
          <p:nvPr/>
        </p:nvSpPr>
        <p:spPr>
          <a:xfrm>
            <a:off x="3075476" y="3653642"/>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8" name="淘宝-想搞设计PPT(倒卖必究)-128"/>
          <p:cNvSpPr/>
          <p:nvPr/>
        </p:nvSpPr>
        <p:spPr>
          <a:xfrm>
            <a:off x="3535877" y="4548526"/>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9" name="淘宝-想搞设计PPT(倒卖必究)-129"/>
          <p:cNvSpPr/>
          <p:nvPr/>
        </p:nvSpPr>
        <p:spPr>
          <a:xfrm>
            <a:off x="4049616" y="538212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30" name="淘宝-想搞设计PPT(倒卖必究)-130"/>
          <p:cNvSpPr txBox="1"/>
          <p:nvPr/>
        </p:nvSpPr>
        <p:spPr>
          <a:xfrm>
            <a:off x="6061460" y="1762631"/>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2" name="淘宝-想搞设计PPT(倒卖必究)-132"/>
          <p:cNvSpPr txBox="1"/>
          <p:nvPr/>
        </p:nvSpPr>
        <p:spPr>
          <a:xfrm>
            <a:off x="6061460" y="280163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4" name="淘宝-想搞设计PPT(倒卖必究)-134"/>
          <p:cNvSpPr txBox="1"/>
          <p:nvPr/>
        </p:nvSpPr>
        <p:spPr>
          <a:xfrm>
            <a:off x="6061460" y="499574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35" name="Picture 134" descr="合肥工业大学.png"/>
          <p:cNvPicPr>
            <a:picLocks noChangeAspect="1"/>
          </p:cNvPicPr>
          <p:nvPr/>
        </p:nvPicPr>
        <p:blipFill>
          <a:blip r:embed="rId3"/>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35097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p:cNvSpPr/>
          <p:nvPr/>
        </p:nvSpPr>
        <p:spPr>
          <a:xfrm>
            <a:off x="0" y="0"/>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淘宝-想搞设计PPT(倒卖必究)-34"/>
          <p:cNvSpPr/>
          <p:nvPr/>
        </p:nvSpPr>
        <p:spPr>
          <a:xfrm>
            <a:off x="0" y="6763699"/>
            <a:ext cx="12192000" cy="10160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淘宝-想搞设计PPT(倒卖必究)-26"/>
          <p:cNvSpPr txBox="1"/>
          <p:nvPr/>
        </p:nvSpPr>
        <p:spPr>
          <a:xfrm>
            <a:off x="0" y="472321"/>
            <a:ext cx="4959929"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课题实践的可行性</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淘宝-想搞设计PPT(倒卖必究)-27"/>
          <p:cNvSpPr txBox="1"/>
          <p:nvPr/>
        </p:nvSpPr>
        <p:spPr>
          <a:xfrm>
            <a:off x="103381" y="919866"/>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29" name="淘宝-想搞设计PPT(倒卖必究)-29"/>
          <p:cNvSpPr>
            <a:spLocks noChangeArrowheads="1"/>
          </p:cNvSpPr>
          <p:nvPr/>
        </p:nvSpPr>
        <p:spPr bwMode="auto">
          <a:xfrm>
            <a:off x="7099508" y="4405228"/>
            <a:ext cx="575056" cy="593781"/>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30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31" name="淘宝-想搞设计PPT(倒卖必究)-31"/>
          <p:cNvSpPr>
            <a:spLocks noEditPoints="1"/>
          </p:cNvSpPr>
          <p:nvPr/>
        </p:nvSpPr>
        <p:spPr bwMode="auto">
          <a:xfrm>
            <a:off x="7300307" y="4551240"/>
            <a:ext cx="173460" cy="301758"/>
          </a:xfrm>
          <a:custGeom>
            <a:avLst/>
            <a:gdLst>
              <a:gd name="T0" fmla="*/ 0 w 166"/>
              <a:gd name="T1" fmla="*/ 444500 h 280"/>
              <a:gd name="T2" fmla="*/ 263525 w 166"/>
              <a:gd name="T3" fmla="*/ 444500 h 280"/>
              <a:gd name="T4" fmla="*/ 263525 w 166"/>
              <a:gd name="T5" fmla="*/ 425450 h 280"/>
              <a:gd name="T6" fmla="*/ 263525 w 166"/>
              <a:gd name="T7" fmla="*/ 425450 h 280"/>
              <a:gd name="T8" fmla="*/ 260350 w 166"/>
              <a:gd name="T9" fmla="*/ 419100 h 280"/>
              <a:gd name="T10" fmla="*/ 254000 w 166"/>
              <a:gd name="T11" fmla="*/ 415925 h 280"/>
              <a:gd name="T12" fmla="*/ 9525 w 166"/>
              <a:gd name="T13" fmla="*/ 415925 h 280"/>
              <a:gd name="T14" fmla="*/ 9525 w 166"/>
              <a:gd name="T15" fmla="*/ 415925 h 280"/>
              <a:gd name="T16" fmla="*/ 3175 w 166"/>
              <a:gd name="T17" fmla="*/ 419100 h 280"/>
              <a:gd name="T18" fmla="*/ 0 w 166"/>
              <a:gd name="T19" fmla="*/ 425450 h 280"/>
              <a:gd name="T20" fmla="*/ 0 w 166"/>
              <a:gd name="T21" fmla="*/ 444500 h 280"/>
              <a:gd name="T22" fmla="*/ 0 w 166"/>
              <a:gd name="T23" fmla="*/ 444500 h 280"/>
              <a:gd name="T24" fmla="*/ 0 w 166"/>
              <a:gd name="T25" fmla="*/ 0 h 280"/>
              <a:gd name="T26" fmla="*/ 263525 w 166"/>
              <a:gd name="T27" fmla="*/ 0 h 280"/>
              <a:gd name="T28" fmla="*/ 263525 w 166"/>
              <a:gd name="T29" fmla="*/ 19050 h 280"/>
              <a:gd name="T30" fmla="*/ 263525 w 166"/>
              <a:gd name="T31" fmla="*/ 19050 h 280"/>
              <a:gd name="T32" fmla="*/ 260350 w 166"/>
              <a:gd name="T33" fmla="*/ 25400 h 280"/>
              <a:gd name="T34" fmla="*/ 254000 w 166"/>
              <a:gd name="T35" fmla="*/ 28575 h 280"/>
              <a:gd name="T36" fmla="*/ 9525 w 166"/>
              <a:gd name="T37" fmla="*/ 28575 h 280"/>
              <a:gd name="T38" fmla="*/ 9525 w 166"/>
              <a:gd name="T39" fmla="*/ 28575 h 280"/>
              <a:gd name="T40" fmla="*/ 3175 w 166"/>
              <a:gd name="T41" fmla="*/ 25400 h 280"/>
              <a:gd name="T42" fmla="*/ 0 w 166"/>
              <a:gd name="T43" fmla="*/ 19050 h 280"/>
              <a:gd name="T44" fmla="*/ 0 w 166"/>
              <a:gd name="T45" fmla="*/ 0 h 2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6"/>
              <a:gd name="T70" fmla="*/ 0 h 280"/>
              <a:gd name="T71" fmla="*/ 166 w 166"/>
              <a:gd name="T72" fmla="*/ 280 h 2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6" h="280">
                <a:moveTo>
                  <a:pt x="0" y="280"/>
                </a:moveTo>
                <a:lnTo>
                  <a:pt x="166" y="280"/>
                </a:lnTo>
                <a:lnTo>
                  <a:pt x="166" y="268"/>
                </a:lnTo>
                <a:lnTo>
                  <a:pt x="164" y="264"/>
                </a:lnTo>
                <a:lnTo>
                  <a:pt x="160" y="262"/>
                </a:lnTo>
                <a:lnTo>
                  <a:pt x="6" y="262"/>
                </a:lnTo>
                <a:lnTo>
                  <a:pt x="2" y="264"/>
                </a:lnTo>
                <a:lnTo>
                  <a:pt x="0" y="268"/>
                </a:lnTo>
                <a:lnTo>
                  <a:pt x="0" y="280"/>
                </a:lnTo>
                <a:close/>
                <a:moveTo>
                  <a:pt x="0" y="0"/>
                </a:moveTo>
                <a:lnTo>
                  <a:pt x="166" y="0"/>
                </a:lnTo>
                <a:lnTo>
                  <a:pt x="166" y="12"/>
                </a:lnTo>
                <a:lnTo>
                  <a:pt x="164" y="16"/>
                </a:lnTo>
                <a:lnTo>
                  <a:pt x="160" y="18"/>
                </a:lnTo>
                <a:lnTo>
                  <a:pt x="6" y="18"/>
                </a:lnTo>
                <a:lnTo>
                  <a:pt x="2" y="16"/>
                </a:lnTo>
                <a:lnTo>
                  <a:pt x="0" y="12"/>
                </a:lnTo>
                <a:lnTo>
                  <a:pt x="0" y="0"/>
                </a:ln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2" name="淘宝-想搞设计PPT(倒卖必究)-32"/>
          <p:cNvSpPr>
            <a:spLocks noEditPoints="1"/>
          </p:cNvSpPr>
          <p:nvPr/>
        </p:nvSpPr>
        <p:spPr bwMode="auto">
          <a:xfrm>
            <a:off x="7314448" y="4579469"/>
            <a:ext cx="145179" cy="245300"/>
          </a:xfrm>
          <a:custGeom>
            <a:avLst/>
            <a:gdLst>
              <a:gd name="T0" fmla="*/ 22225 w 138"/>
              <a:gd name="T1" fmla="*/ 79375 h 228"/>
              <a:gd name="T2" fmla="*/ 22225 w 138"/>
              <a:gd name="T3" fmla="*/ 92075 h 228"/>
              <a:gd name="T4" fmla="*/ 31750 w 138"/>
              <a:gd name="T5" fmla="*/ 111125 h 228"/>
              <a:gd name="T6" fmla="*/ 76200 w 138"/>
              <a:gd name="T7" fmla="*/ 152400 h 228"/>
              <a:gd name="T8" fmla="*/ 88900 w 138"/>
              <a:gd name="T9" fmla="*/ 165100 h 228"/>
              <a:gd name="T10" fmla="*/ 92075 w 138"/>
              <a:gd name="T11" fmla="*/ 180975 h 228"/>
              <a:gd name="T12" fmla="*/ 76200 w 138"/>
              <a:gd name="T13" fmla="*/ 209550 h 228"/>
              <a:gd name="T14" fmla="*/ 38100 w 138"/>
              <a:gd name="T15" fmla="*/ 241300 h 228"/>
              <a:gd name="T16" fmla="*/ 25400 w 138"/>
              <a:gd name="T17" fmla="*/ 257175 h 228"/>
              <a:gd name="T18" fmla="*/ 22225 w 138"/>
              <a:gd name="T19" fmla="*/ 279400 h 228"/>
              <a:gd name="T20" fmla="*/ 0 w 138"/>
              <a:gd name="T21" fmla="*/ 361950 h 228"/>
              <a:gd name="T22" fmla="*/ 0 w 138"/>
              <a:gd name="T23" fmla="*/ 273050 h 228"/>
              <a:gd name="T24" fmla="*/ 3175 w 138"/>
              <a:gd name="T25" fmla="*/ 244475 h 228"/>
              <a:gd name="T26" fmla="*/ 22225 w 138"/>
              <a:gd name="T27" fmla="*/ 225425 h 228"/>
              <a:gd name="T28" fmla="*/ 57150 w 138"/>
              <a:gd name="T29" fmla="*/ 193675 h 228"/>
              <a:gd name="T30" fmla="*/ 66675 w 138"/>
              <a:gd name="T31" fmla="*/ 180975 h 228"/>
              <a:gd name="T32" fmla="*/ 57150 w 138"/>
              <a:gd name="T33" fmla="*/ 168275 h 228"/>
              <a:gd name="T34" fmla="*/ 22225 w 138"/>
              <a:gd name="T35" fmla="*/ 136525 h 228"/>
              <a:gd name="T36" fmla="*/ 3175 w 138"/>
              <a:gd name="T37" fmla="*/ 114300 h 228"/>
              <a:gd name="T38" fmla="*/ 0 w 138"/>
              <a:gd name="T39" fmla="*/ 88900 h 228"/>
              <a:gd name="T40" fmla="*/ 22225 w 138"/>
              <a:gd name="T41" fmla="*/ 0 h 228"/>
              <a:gd name="T42" fmla="*/ 196850 w 138"/>
              <a:gd name="T43" fmla="*/ 361950 h 228"/>
              <a:gd name="T44" fmla="*/ 196850 w 138"/>
              <a:gd name="T45" fmla="*/ 279400 h 228"/>
              <a:gd name="T46" fmla="*/ 193675 w 138"/>
              <a:gd name="T47" fmla="*/ 257175 h 228"/>
              <a:gd name="T48" fmla="*/ 180975 w 138"/>
              <a:gd name="T49" fmla="*/ 241300 h 228"/>
              <a:gd name="T50" fmla="*/ 142875 w 138"/>
              <a:gd name="T51" fmla="*/ 209550 h 228"/>
              <a:gd name="T52" fmla="*/ 127000 w 138"/>
              <a:gd name="T53" fmla="*/ 180975 h 228"/>
              <a:gd name="T54" fmla="*/ 130175 w 138"/>
              <a:gd name="T55" fmla="*/ 165100 h 228"/>
              <a:gd name="T56" fmla="*/ 180975 w 138"/>
              <a:gd name="T57" fmla="*/ 120650 h 228"/>
              <a:gd name="T58" fmla="*/ 187325 w 138"/>
              <a:gd name="T59" fmla="*/ 111125 h 228"/>
              <a:gd name="T60" fmla="*/ 196850 w 138"/>
              <a:gd name="T61" fmla="*/ 92075 h 228"/>
              <a:gd name="T62" fmla="*/ 196850 w 138"/>
              <a:gd name="T63" fmla="*/ 0 h 228"/>
              <a:gd name="T64" fmla="*/ 219075 w 138"/>
              <a:gd name="T65" fmla="*/ 88900 h 228"/>
              <a:gd name="T66" fmla="*/ 219075 w 138"/>
              <a:gd name="T67" fmla="*/ 104775 h 228"/>
              <a:gd name="T68" fmla="*/ 209550 w 138"/>
              <a:gd name="T69" fmla="*/ 127000 h 228"/>
              <a:gd name="T70" fmla="*/ 161925 w 138"/>
              <a:gd name="T71" fmla="*/ 168275 h 228"/>
              <a:gd name="T72" fmla="*/ 155575 w 138"/>
              <a:gd name="T73" fmla="*/ 174625 h 228"/>
              <a:gd name="T74" fmla="*/ 155575 w 138"/>
              <a:gd name="T75" fmla="*/ 187325 h 228"/>
              <a:gd name="T76" fmla="*/ 196850 w 138"/>
              <a:gd name="T77" fmla="*/ 225425 h 228"/>
              <a:gd name="T78" fmla="*/ 209550 w 138"/>
              <a:gd name="T79" fmla="*/ 234950 h 228"/>
              <a:gd name="T80" fmla="*/ 219075 w 138"/>
              <a:gd name="T81" fmla="*/ 257175 h 228"/>
              <a:gd name="T82" fmla="*/ 219075 w 138"/>
              <a:gd name="T83" fmla="*/ 361950 h 2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8"/>
              <a:gd name="T127" fmla="*/ 0 h 228"/>
              <a:gd name="T128" fmla="*/ 138 w 138"/>
              <a:gd name="T129" fmla="*/ 228 h 2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8" h="228">
                <a:moveTo>
                  <a:pt x="14" y="0"/>
                </a:moveTo>
                <a:lnTo>
                  <a:pt x="14" y="50"/>
                </a:lnTo>
                <a:lnTo>
                  <a:pt x="14" y="58"/>
                </a:lnTo>
                <a:lnTo>
                  <a:pt x="16" y="66"/>
                </a:lnTo>
                <a:lnTo>
                  <a:pt x="20" y="70"/>
                </a:lnTo>
                <a:lnTo>
                  <a:pt x="24" y="76"/>
                </a:lnTo>
                <a:lnTo>
                  <a:pt x="48" y="96"/>
                </a:lnTo>
                <a:lnTo>
                  <a:pt x="56" y="104"/>
                </a:lnTo>
                <a:lnTo>
                  <a:pt x="58" y="110"/>
                </a:lnTo>
                <a:lnTo>
                  <a:pt x="58" y="114"/>
                </a:lnTo>
                <a:lnTo>
                  <a:pt x="56" y="122"/>
                </a:lnTo>
                <a:lnTo>
                  <a:pt x="48" y="132"/>
                </a:lnTo>
                <a:lnTo>
                  <a:pt x="24" y="152"/>
                </a:lnTo>
                <a:lnTo>
                  <a:pt x="20" y="156"/>
                </a:lnTo>
                <a:lnTo>
                  <a:pt x="16" y="162"/>
                </a:lnTo>
                <a:lnTo>
                  <a:pt x="14" y="168"/>
                </a:lnTo>
                <a:lnTo>
                  <a:pt x="14" y="176"/>
                </a:lnTo>
                <a:lnTo>
                  <a:pt x="14" y="228"/>
                </a:lnTo>
                <a:lnTo>
                  <a:pt x="0" y="228"/>
                </a:lnTo>
                <a:lnTo>
                  <a:pt x="0" y="172"/>
                </a:lnTo>
                <a:lnTo>
                  <a:pt x="0" y="162"/>
                </a:lnTo>
                <a:lnTo>
                  <a:pt x="2" y="154"/>
                </a:lnTo>
                <a:lnTo>
                  <a:pt x="8" y="148"/>
                </a:lnTo>
                <a:lnTo>
                  <a:pt x="14" y="142"/>
                </a:lnTo>
                <a:lnTo>
                  <a:pt x="36" y="122"/>
                </a:lnTo>
                <a:lnTo>
                  <a:pt x="40" y="118"/>
                </a:lnTo>
                <a:lnTo>
                  <a:pt x="42" y="114"/>
                </a:lnTo>
                <a:lnTo>
                  <a:pt x="40" y="110"/>
                </a:lnTo>
                <a:lnTo>
                  <a:pt x="36" y="106"/>
                </a:lnTo>
                <a:lnTo>
                  <a:pt x="14" y="86"/>
                </a:lnTo>
                <a:lnTo>
                  <a:pt x="8" y="80"/>
                </a:lnTo>
                <a:lnTo>
                  <a:pt x="2" y="72"/>
                </a:lnTo>
                <a:lnTo>
                  <a:pt x="0" y="66"/>
                </a:lnTo>
                <a:lnTo>
                  <a:pt x="0" y="56"/>
                </a:lnTo>
                <a:lnTo>
                  <a:pt x="0" y="0"/>
                </a:lnTo>
                <a:lnTo>
                  <a:pt x="14" y="0"/>
                </a:lnTo>
                <a:close/>
                <a:moveTo>
                  <a:pt x="124" y="228"/>
                </a:moveTo>
                <a:lnTo>
                  <a:pt x="124" y="176"/>
                </a:lnTo>
                <a:lnTo>
                  <a:pt x="124" y="168"/>
                </a:lnTo>
                <a:lnTo>
                  <a:pt x="122" y="162"/>
                </a:lnTo>
                <a:lnTo>
                  <a:pt x="118" y="156"/>
                </a:lnTo>
                <a:lnTo>
                  <a:pt x="114" y="152"/>
                </a:lnTo>
                <a:lnTo>
                  <a:pt x="90" y="132"/>
                </a:lnTo>
                <a:lnTo>
                  <a:pt x="82" y="122"/>
                </a:lnTo>
                <a:lnTo>
                  <a:pt x="80" y="114"/>
                </a:lnTo>
                <a:lnTo>
                  <a:pt x="80" y="110"/>
                </a:lnTo>
                <a:lnTo>
                  <a:pt x="82" y="104"/>
                </a:lnTo>
                <a:lnTo>
                  <a:pt x="90" y="96"/>
                </a:lnTo>
                <a:lnTo>
                  <a:pt x="114" y="76"/>
                </a:lnTo>
                <a:lnTo>
                  <a:pt x="118" y="70"/>
                </a:lnTo>
                <a:lnTo>
                  <a:pt x="122" y="66"/>
                </a:lnTo>
                <a:lnTo>
                  <a:pt x="124" y="58"/>
                </a:lnTo>
                <a:lnTo>
                  <a:pt x="124" y="50"/>
                </a:lnTo>
                <a:lnTo>
                  <a:pt x="124" y="0"/>
                </a:lnTo>
                <a:lnTo>
                  <a:pt x="138" y="0"/>
                </a:lnTo>
                <a:lnTo>
                  <a:pt x="138" y="56"/>
                </a:lnTo>
                <a:lnTo>
                  <a:pt x="138" y="66"/>
                </a:lnTo>
                <a:lnTo>
                  <a:pt x="136" y="72"/>
                </a:lnTo>
                <a:lnTo>
                  <a:pt x="132" y="80"/>
                </a:lnTo>
                <a:lnTo>
                  <a:pt x="124" y="86"/>
                </a:lnTo>
                <a:lnTo>
                  <a:pt x="102" y="106"/>
                </a:lnTo>
                <a:lnTo>
                  <a:pt x="98" y="110"/>
                </a:lnTo>
                <a:lnTo>
                  <a:pt x="96" y="114"/>
                </a:lnTo>
                <a:lnTo>
                  <a:pt x="98" y="118"/>
                </a:lnTo>
                <a:lnTo>
                  <a:pt x="102" y="122"/>
                </a:lnTo>
                <a:lnTo>
                  <a:pt x="124" y="142"/>
                </a:lnTo>
                <a:lnTo>
                  <a:pt x="132" y="148"/>
                </a:lnTo>
                <a:lnTo>
                  <a:pt x="136" y="154"/>
                </a:lnTo>
                <a:lnTo>
                  <a:pt x="138" y="162"/>
                </a:lnTo>
                <a:lnTo>
                  <a:pt x="138" y="172"/>
                </a:lnTo>
                <a:lnTo>
                  <a:pt x="138" y="228"/>
                </a:lnTo>
                <a:lnTo>
                  <a:pt x="124" y="228"/>
                </a:ln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6" name="淘宝-想搞设计PPT(倒卖必究)-36"/>
          <p:cNvSpPr/>
          <p:nvPr/>
        </p:nvSpPr>
        <p:spPr bwMode="auto">
          <a:xfrm>
            <a:off x="7338015" y="4653448"/>
            <a:ext cx="98043" cy="171321"/>
          </a:xfrm>
          <a:custGeom>
            <a:avLst/>
            <a:gdLst>
              <a:gd name="T0" fmla="*/ 0 w 94"/>
              <a:gd name="T1" fmla="*/ 254000 h 160"/>
              <a:gd name="T2" fmla="*/ 76200 w 94"/>
              <a:gd name="T3" fmla="*/ 254000 h 160"/>
              <a:gd name="T4" fmla="*/ 149225 w 94"/>
              <a:gd name="T5" fmla="*/ 254000 h 160"/>
              <a:gd name="T6" fmla="*/ 149225 w 94"/>
              <a:gd name="T7" fmla="*/ 212725 h 160"/>
              <a:gd name="T8" fmla="*/ 92075 w 94"/>
              <a:gd name="T9" fmla="*/ 155575 h 160"/>
              <a:gd name="T10" fmla="*/ 92075 w 94"/>
              <a:gd name="T11" fmla="*/ 155575 h 160"/>
              <a:gd name="T12" fmla="*/ 85725 w 94"/>
              <a:gd name="T13" fmla="*/ 149225 h 160"/>
              <a:gd name="T14" fmla="*/ 82550 w 94"/>
              <a:gd name="T15" fmla="*/ 142875 h 160"/>
              <a:gd name="T16" fmla="*/ 82550 w 94"/>
              <a:gd name="T17" fmla="*/ 123825 h 160"/>
              <a:gd name="T18" fmla="*/ 82550 w 94"/>
              <a:gd name="T19" fmla="*/ 69850 h 160"/>
              <a:gd name="T20" fmla="*/ 82550 w 94"/>
              <a:gd name="T21" fmla="*/ 69850 h 160"/>
              <a:gd name="T22" fmla="*/ 82550 w 94"/>
              <a:gd name="T23" fmla="*/ 60325 h 160"/>
              <a:gd name="T24" fmla="*/ 85725 w 94"/>
              <a:gd name="T25" fmla="*/ 50800 h 160"/>
              <a:gd name="T26" fmla="*/ 98425 w 94"/>
              <a:gd name="T27" fmla="*/ 34925 h 160"/>
              <a:gd name="T28" fmla="*/ 120650 w 94"/>
              <a:gd name="T29" fmla="*/ 15875 h 160"/>
              <a:gd name="T30" fmla="*/ 120650 w 94"/>
              <a:gd name="T31" fmla="*/ 15875 h 160"/>
              <a:gd name="T32" fmla="*/ 130175 w 94"/>
              <a:gd name="T33" fmla="*/ 9525 h 160"/>
              <a:gd name="T34" fmla="*/ 139700 w 94"/>
              <a:gd name="T35" fmla="*/ 0 h 160"/>
              <a:gd name="T36" fmla="*/ 76200 w 94"/>
              <a:gd name="T37" fmla="*/ 0 h 160"/>
              <a:gd name="T38" fmla="*/ 9525 w 94"/>
              <a:gd name="T39" fmla="*/ 0 h 160"/>
              <a:gd name="T40" fmla="*/ 9525 w 94"/>
              <a:gd name="T41" fmla="*/ 0 h 160"/>
              <a:gd name="T42" fmla="*/ 19050 w 94"/>
              <a:gd name="T43" fmla="*/ 9525 h 160"/>
              <a:gd name="T44" fmla="*/ 28575 w 94"/>
              <a:gd name="T45" fmla="*/ 15875 h 160"/>
              <a:gd name="T46" fmla="*/ 50800 w 94"/>
              <a:gd name="T47" fmla="*/ 34925 h 160"/>
              <a:gd name="T48" fmla="*/ 50800 w 94"/>
              <a:gd name="T49" fmla="*/ 34925 h 160"/>
              <a:gd name="T50" fmla="*/ 60325 w 94"/>
              <a:gd name="T51" fmla="*/ 50800 h 160"/>
              <a:gd name="T52" fmla="*/ 66675 w 94"/>
              <a:gd name="T53" fmla="*/ 60325 h 160"/>
              <a:gd name="T54" fmla="*/ 66675 w 94"/>
              <a:gd name="T55" fmla="*/ 69850 h 160"/>
              <a:gd name="T56" fmla="*/ 66675 w 94"/>
              <a:gd name="T57" fmla="*/ 123825 h 160"/>
              <a:gd name="T58" fmla="*/ 66675 w 94"/>
              <a:gd name="T59" fmla="*/ 123825 h 160"/>
              <a:gd name="T60" fmla="*/ 66675 w 94"/>
              <a:gd name="T61" fmla="*/ 142875 h 160"/>
              <a:gd name="T62" fmla="*/ 63500 w 94"/>
              <a:gd name="T63" fmla="*/ 149225 h 160"/>
              <a:gd name="T64" fmla="*/ 60325 w 94"/>
              <a:gd name="T65" fmla="*/ 155575 h 160"/>
              <a:gd name="T66" fmla="*/ 0 w 94"/>
              <a:gd name="T67" fmla="*/ 212725 h 160"/>
              <a:gd name="T68" fmla="*/ 0 w 94"/>
              <a:gd name="T69" fmla="*/ 254000 h 1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60"/>
              <a:gd name="T107" fmla="*/ 94 w 94"/>
              <a:gd name="T108" fmla="*/ 160 h 1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60">
                <a:moveTo>
                  <a:pt x="0" y="160"/>
                </a:moveTo>
                <a:lnTo>
                  <a:pt x="48" y="160"/>
                </a:lnTo>
                <a:lnTo>
                  <a:pt x="94" y="160"/>
                </a:lnTo>
                <a:lnTo>
                  <a:pt x="94" y="134"/>
                </a:lnTo>
                <a:lnTo>
                  <a:pt x="58" y="98"/>
                </a:lnTo>
                <a:lnTo>
                  <a:pt x="54" y="94"/>
                </a:lnTo>
                <a:lnTo>
                  <a:pt x="52" y="90"/>
                </a:lnTo>
                <a:lnTo>
                  <a:pt x="52" y="78"/>
                </a:lnTo>
                <a:lnTo>
                  <a:pt x="52" y="44"/>
                </a:lnTo>
                <a:lnTo>
                  <a:pt x="52" y="38"/>
                </a:lnTo>
                <a:lnTo>
                  <a:pt x="54" y="32"/>
                </a:lnTo>
                <a:lnTo>
                  <a:pt x="62" y="22"/>
                </a:lnTo>
                <a:lnTo>
                  <a:pt x="76" y="10"/>
                </a:lnTo>
                <a:lnTo>
                  <a:pt x="82" y="6"/>
                </a:lnTo>
                <a:lnTo>
                  <a:pt x="88" y="0"/>
                </a:lnTo>
                <a:lnTo>
                  <a:pt x="48" y="0"/>
                </a:lnTo>
                <a:lnTo>
                  <a:pt x="6" y="0"/>
                </a:lnTo>
                <a:lnTo>
                  <a:pt x="12" y="6"/>
                </a:lnTo>
                <a:lnTo>
                  <a:pt x="18" y="10"/>
                </a:lnTo>
                <a:lnTo>
                  <a:pt x="32" y="22"/>
                </a:lnTo>
                <a:lnTo>
                  <a:pt x="38" y="32"/>
                </a:lnTo>
                <a:lnTo>
                  <a:pt x="42" y="38"/>
                </a:lnTo>
                <a:lnTo>
                  <a:pt x="42" y="44"/>
                </a:lnTo>
                <a:lnTo>
                  <a:pt x="42" y="78"/>
                </a:lnTo>
                <a:lnTo>
                  <a:pt x="42" y="90"/>
                </a:lnTo>
                <a:lnTo>
                  <a:pt x="40" y="94"/>
                </a:lnTo>
                <a:lnTo>
                  <a:pt x="38" y="98"/>
                </a:lnTo>
                <a:lnTo>
                  <a:pt x="0" y="134"/>
                </a:lnTo>
                <a:lnTo>
                  <a:pt x="0" y="160"/>
                </a:ln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0" name="淘宝-想搞设计PPT(倒卖必究)-50"/>
          <p:cNvSpPr>
            <a:spLocks noChangeArrowheads="1"/>
          </p:cNvSpPr>
          <p:nvPr/>
        </p:nvSpPr>
        <p:spPr bwMode="auto">
          <a:xfrm flipV="1">
            <a:off x="7196295" y="2861994"/>
            <a:ext cx="574111"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30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1" name="淘宝-想搞设计PPT(倒卖必究)-51"/>
          <p:cNvSpPr>
            <a:spLocks noEditPoints="1"/>
          </p:cNvSpPr>
          <p:nvPr/>
        </p:nvSpPr>
        <p:spPr bwMode="auto">
          <a:xfrm>
            <a:off x="7344301" y="3029421"/>
            <a:ext cx="278100" cy="257954"/>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3" name="淘宝-想搞设计PPT(倒卖必究)-53"/>
          <p:cNvSpPr>
            <a:spLocks noChangeArrowheads="1"/>
          </p:cNvSpPr>
          <p:nvPr/>
        </p:nvSpPr>
        <p:spPr bwMode="auto">
          <a:xfrm flipV="1">
            <a:off x="7687937" y="5137178"/>
            <a:ext cx="575056" cy="594755"/>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30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7" name="淘宝-想搞设计PPT(倒卖必究)-57"/>
          <p:cNvSpPr>
            <a:spLocks noEditPoints="1"/>
          </p:cNvSpPr>
          <p:nvPr/>
        </p:nvSpPr>
        <p:spPr bwMode="auto">
          <a:xfrm>
            <a:off x="7834058" y="5317260"/>
            <a:ext cx="282814" cy="234592"/>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9" name="淘宝-想搞设计PPT(倒卖必究)-59"/>
          <p:cNvSpPr>
            <a:spLocks noChangeArrowheads="1"/>
          </p:cNvSpPr>
          <p:nvPr/>
        </p:nvSpPr>
        <p:spPr bwMode="auto">
          <a:xfrm flipV="1">
            <a:off x="7866249" y="3626082"/>
            <a:ext cx="574112"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A7030B"/>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60" name="淘宝-想搞设计PPT(倒卖必究)-60"/>
          <p:cNvSpPr>
            <a:spLocks noEditPoints="1"/>
          </p:cNvSpPr>
          <p:nvPr/>
        </p:nvSpPr>
        <p:spPr bwMode="auto">
          <a:xfrm>
            <a:off x="8034052" y="3778908"/>
            <a:ext cx="238506" cy="287156"/>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rgbClr val="A7030B"/>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cxnSp>
        <p:nvCxnSpPr>
          <p:cNvPr id="64" name="淘宝-想搞设计PPT(倒卖必究)-64"/>
          <p:cNvCxnSpPr/>
          <p:nvPr/>
        </p:nvCxnSpPr>
        <p:spPr>
          <a:xfrm rot="5400000">
            <a:off x="7774538" y="3178483"/>
            <a:ext cx="494817" cy="2114"/>
          </a:xfrm>
          <a:prstGeom prst="line">
            <a:avLst/>
          </a:prstGeom>
          <a:ln w="28575">
            <a:solidFill>
              <a:srgbClr val="A7030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7" name="淘宝-想搞设计PPT(倒卖必究)-67"/>
          <p:cNvCxnSpPr/>
          <p:nvPr/>
        </p:nvCxnSpPr>
        <p:spPr>
          <a:xfrm rot="5400000">
            <a:off x="7664153" y="4733188"/>
            <a:ext cx="494817" cy="2114"/>
          </a:xfrm>
          <a:prstGeom prst="line">
            <a:avLst/>
          </a:prstGeom>
          <a:ln w="28575">
            <a:solidFill>
              <a:srgbClr val="A7030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淘宝-想搞设计PPT(倒卖必究)-70"/>
          <p:cNvCxnSpPr/>
          <p:nvPr/>
        </p:nvCxnSpPr>
        <p:spPr>
          <a:xfrm rot="5400000">
            <a:off x="8254808" y="5483467"/>
            <a:ext cx="494817" cy="2114"/>
          </a:xfrm>
          <a:prstGeom prst="line">
            <a:avLst/>
          </a:prstGeom>
          <a:ln w="28575">
            <a:solidFill>
              <a:srgbClr val="A7030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3" name="淘宝-想搞设计PPT(倒卖必究)-73"/>
          <p:cNvCxnSpPr/>
          <p:nvPr/>
        </p:nvCxnSpPr>
        <p:spPr>
          <a:xfrm rot="5400000">
            <a:off x="8446493" y="3941480"/>
            <a:ext cx="494817" cy="2114"/>
          </a:xfrm>
          <a:prstGeom prst="line">
            <a:avLst/>
          </a:prstGeom>
          <a:ln w="28575">
            <a:solidFill>
              <a:srgbClr val="A7030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6" name="淘宝-想搞设计PPT(倒卖必究)-76"/>
          <p:cNvSpPr/>
          <p:nvPr/>
        </p:nvSpPr>
        <p:spPr>
          <a:xfrm flipV="1">
            <a:off x="3518122" y="2799805"/>
            <a:ext cx="3198015" cy="756395"/>
          </a:xfrm>
          <a:prstGeom prst="homePlate">
            <a:avLst/>
          </a:prstGeom>
          <a:solidFill>
            <a:srgbClr val="A7030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淘宝-想搞设计PPT(倒卖必究)-77"/>
          <p:cNvSpPr/>
          <p:nvPr/>
        </p:nvSpPr>
        <p:spPr>
          <a:xfrm rot="5400000" flipV="1">
            <a:off x="1126845" y="1139264"/>
            <a:ext cx="1897314" cy="2967652"/>
          </a:xfrm>
          <a:custGeom>
            <a:avLst/>
            <a:gdLst>
              <a:gd name="connsiteX0" fmla="*/ 643466 w 1083733"/>
              <a:gd name="connsiteY0" fmla="*/ 1329267 h 1329267"/>
              <a:gd name="connsiteX1" fmla="*/ 1083733 w 1083733"/>
              <a:gd name="connsiteY1" fmla="*/ 1329267 h 1329267"/>
              <a:gd name="connsiteX2" fmla="*/ 795866 w 1083733"/>
              <a:gd name="connsiteY2" fmla="*/ 0 h 1329267"/>
              <a:gd name="connsiteX3" fmla="*/ 0 w 1083733"/>
              <a:gd name="connsiteY3" fmla="*/ 0 h 1329267"/>
              <a:gd name="connsiteX4" fmla="*/ 643466 w 1083733"/>
              <a:gd name="connsiteY4" fmla="*/ 1329267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733" h="1329267">
                <a:moveTo>
                  <a:pt x="643466" y="1329267"/>
                </a:moveTo>
                <a:lnTo>
                  <a:pt x="1083733" y="1329267"/>
                </a:lnTo>
                <a:lnTo>
                  <a:pt x="795866" y="0"/>
                </a:lnTo>
                <a:lnTo>
                  <a:pt x="0" y="0"/>
                </a:lnTo>
                <a:lnTo>
                  <a:pt x="643466" y="1329267"/>
                </a:lnTo>
                <a:close/>
              </a:path>
            </a:pathLst>
          </a:custGeom>
          <a:solidFill>
            <a:srgbClr val="6B020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淘宝-想搞设计PPT(倒卖必究)-78"/>
          <p:cNvSpPr txBox="1"/>
          <p:nvPr/>
        </p:nvSpPr>
        <p:spPr>
          <a:xfrm>
            <a:off x="5455895" y="295746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1</a:t>
            </a:r>
            <a:endParaRPr lang="zh-CN" altLang="en-US" sz="2400" b="1" dirty="0">
              <a:solidFill>
                <a:schemeClr val="bg1"/>
              </a:solidFill>
              <a:effectLst>
                <a:outerShdw blurRad="38100" dist="38100" dir="2700000" algn="tl">
                  <a:srgbClr val="000000">
                    <a:alpha val="43137"/>
                  </a:srgbClr>
                </a:outerShdw>
              </a:effectLst>
            </a:endParaRPr>
          </a:p>
        </p:txBody>
      </p:sp>
      <p:sp>
        <p:nvSpPr>
          <p:cNvPr id="80" name="淘宝-想搞设计PPT(倒卖必究)-80"/>
          <p:cNvSpPr/>
          <p:nvPr/>
        </p:nvSpPr>
        <p:spPr>
          <a:xfrm flipV="1">
            <a:off x="3518121" y="3541376"/>
            <a:ext cx="4060600" cy="756395"/>
          </a:xfrm>
          <a:prstGeom prst="homePlate">
            <a:avLst/>
          </a:prstGeom>
          <a:solidFill>
            <a:srgbClr val="A7030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淘宝-想搞设计PPT(倒卖必究)-81"/>
          <p:cNvSpPr/>
          <p:nvPr/>
        </p:nvSpPr>
        <p:spPr>
          <a:xfrm rot="5400000" flipV="1">
            <a:off x="1418997" y="2201131"/>
            <a:ext cx="1274757" cy="2948749"/>
          </a:xfrm>
          <a:custGeom>
            <a:avLst/>
            <a:gdLst>
              <a:gd name="connsiteX0" fmla="*/ 0 w 728133"/>
              <a:gd name="connsiteY0" fmla="*/ 0 h 1320800"/>
              <a:gd name="connsiteX1" fmla="*/ 626533 w 728133"/>
              <a:gd name="connsiteY1" fmla="*/ 0 h 1320800"/>
              <a:gd name="connsiteX2" fmla="*/ 728133 w 728133"/>
              <a:gd name="connsiteY2" fmla="*/ 1320800 h 1320800"/>
              <a:gd name="connsiteX3" fmla="*/ 287866 w 728133"/>
              <a:gd name="connsiteY3" fmla="*/ 1320800 h 1320800"/>
              <a:gd name="connsiteX4" fmla="*/ 0 w 728133"/>
              <a:gd name="connsiteY4" fmla="*/ 0 h 132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133" h="1320800">
                <a:moveTo>
                  <a:pt x="0" y="0"/>
                </a:moveTo>
                <a:lnTo>
                  <a:pt x="626533" y="0"/>
                </a:lnTo>
                <a:lnTo>
                  <a:pt x="728133" y="1320800"/>
                </a:lnTo>
                <a:lnTo>
                  <a:pt x="287866" y="1320800"/>
                </a:lnTo>
                <a:lnTo>
                  <a:pt x="0" y="0"/>
                </a:lnTo>
                <a:close/>
              </a:path>
            </a:pathLst>
          </a:custGeom>
          <a:solidFill>
            <a:srgbClr val="6B020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淘宝-想搞设计PPT(倒卖必究)-82"/>
          <p:cNvSpPr txBox="1"/>
          <p:nvPr/>
        </p:nvSpPr>
        <p:spPr>
          <a:xfrm>
            <a:off x="6289902" y="3692036"/>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2</a:t>
            </a:r>
            <a:endParaRPr lang="zh-CN" altLang="en-US" sz="2400" b="1" dirty="0">
              <a:solidFill>
                <a:schemeClr val="bg1"/>
              </a:solidFill>
              <a:effectLst>
                <a:outerShdw blurRad="38100" dist="38100" dir="2700000" algn="tl">
                  <a:srgbClr val="000000">
                    <a:alpha val="43137"/>
                  </a:srgbClr>
                </a:outerShdw>
              </a:effectLst>
            </a:endParaRPr>
          </a:p>
        </p:txBody>
      </p:sp>
      <p:sp>
        <p:nvSpPr>
          <p:cNvPr id="84" name="淘宝-想搞设计PPT(倒卖必究)-84"/>
          <p:cNvSpPr/>
          <p:nvPr/>
        </p:nvSpPr>
        <p:spPr>
          <a:xfrm flipV="1">
            <a:off x="3518126" y="4297772"/>
            <a:ext cx="3126959" cy="756395"/>
          </a:xfrm>
          <a:prstGeom prst="homePlate">
            <a:avLst/>
          </a:prstGeom>
          <a:solidFill>
            <a:srgbClr val="A7030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淘宝-想搞设计PPT(倒卖必究)-85"/>
          <p:cNvSpPr/>
          <p:nvPr/>
        </p:nvSpPr>
        <p:spPr>
          <a:xfrm rot="5400000" flipV="1">
            <a:off x="1524798" y="3190493"/>
            <a:ext cx="1082062" cy="2967652"/>
          </a:xfrm>
          <a:custGeom>
            <a:avLst/>
            <a:gdLst>
              <a:gd name="connsiteX0" fmla="*/ 0 w 618067"/>
              <a:gd name="connsiteY0" fmla="*/ 0 h 1329267"/>
              <a:gd name="connsiteX1" fmla="*/ 618067 w 618067"/>
              <a:gd name="connsiteY1" fmla="*/ 0 h 1329267"/>
              <a:gd name="connsiteX2" fmla="*/ 533400 w 618067"/>
              <a:gd name="connsiteY2" fmla="*/ 1329267 h 1329267"/>
              <a:gd name="connsiteX3" fmla="*/ 93134 w 618067"/>
              <a:gd name="connsiteY3" fmla="*/ 1320800 h 1329267"/>
              <a:gd name="connsiteX4" fmla="*/ 0 w 618067"/>
              <a:gd name="connsiteY4" fmla="*/ 0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067" h="1329267">
                <a:moveTo>
                  <a:pt x="0" y="0"/>
                </a:moveTo>
                <a:lnTo>
                  <a:pt x="618067" y="0"/>
                </a:lnTo>
                <a:lnTo>
                  <a:pt x="533400" y="1329267"/>
                </a:lnTo>
                <a:lnTo>
                  <a:pt x="93134" y="1320800"/>
                </a:lnTo>
                <a:lnTo>
                  <a:pt x="0" y="0"/>
                </a:lnTo>
                <a:close/>
              </a:path>
            </a:pathLst>
          </a:custGeom>
          <a:solidFill>
            <a:srgbClr val="6B020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淘宝-想搞设计PPT(倒卖必究)-86"/>
          <p:cNvSpPr txBox="1"/>
          <p:nvPr/>
        </p:nvSpPr>
        <p:spPr>
          <a:xfrm>
            <a:off x="5389025" y="4457629"/>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3</a:t>
            </a:r>
            <a:endParaRPr lang="zh-CN" altLang="en-US" sz="2400" b="1" dirty="0">
              <a:solidFill>
                <a:schemeClr val="bg1"/>
              </a:solidFill>
              <a:effectLst>
                <a:outerShdw blurRad="38100" dist="38100" dir="2700000" algn="tl">
                  <a:srgbClr val="000000">
                    <a:alpha val="43137"/>
                  </a:srgbClr>
                </a:outerShdw>
              </a:effectLst>
            </a:endParaRPr>
          </a:p>
        </p:txBody>
      </p:sp>
      <p:sp>
        <p:nvSpPr>
          <p:cNvPr id="88" name="淘宝-想搞设计PPT(倒卖必究)-88"/>
          <p:cNvSpPr/>
          <p:nvPr/>
        </p:nvSpPr>
        <p:spPr>
          <a:xfrm flipV="1">
            <a:off x="3546702" y="5039269"/>
            <a:ext cx="3609237" cy="756395"/>
          </a:xfrm>
          <a:prstGeom prst="homePlate">
            <a:avLst/>
          </a:prstGeom>
          <a:solidFill>
            <a:srgbClr val="A7030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淘宝-想搞设计PPT(倒卖必究)-89"/>
          <p:cNvSpPr/>
          <p:nvPr/>
        </p:nvSpPr>
        <p:spPr>
          <a:xfrm rot="5400000" flipV="1">
            <a:off x="1353372" y="4224673"/>
            <a:ext cx="1387978" cy="3040444"/>
          </a:xfrm>
          <a:custGeom>
            <a:avLst/>
            <a:gdLst>
              <a:gd name="connsiteX0" fmla="*/ 87549 w 792804"/>
              <a:gd name="connsiteY0" fmla="*/ 29183 h 1361872"/>
              <a:gd name="connsiteX1" fmla="*/ 0 w 792804"/>
              <a:gd name="connsiteY1" fmla="*/ 1361872 h 1361872"/>
              <a:gd name="connsiteX2" fmla="*/ 423153 w 792804"/>
              <a:gd name="connsiteY2" fmla="*/ 1361872 h 1361872"/>
              <a:gd name="connsiteX3" fmla="*/ 792804 w 792804"/>
              <a:gd name="connsiteY3" fmla="*/ 0 h 1361872"/>
              <a:gd name="connsiteX4" fmla="*/ 87549 w 792804"/>
              <a:gd name="connsiteY4" fmla="*/ 29183 h 1361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804" h="1361872">
                <a:moveTo>
                  <a:pt x="87549" y="29183"/>
                </a:moveTo>
                <a:lnTo>
                  <a:pt x="0" y="1361872"/>
                </a:lnTo>
                <a:lnTo>
                  <a:pt x="423153" y="1361872"/>
                </a:lnTo>
                <a:lnTo>
                  <a:pt x="792804" y="0"/>
                </a:lnTo>
                <a:lnTo>
                  <a:pt x="87549" y="29183"/>
                </a:lnTo>
                <a:close/>
              </a:path>
            </a:pathLst>
          </a:custGeom>
          <a:solidFill>
            <a:srgbClr val="6B020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淘宝-想搞设计PPT(倒卖必究)-90"/>
          <p:cNvSpPr txBox="1"/>
          <p:nvPr/>
        </p:nvSpPr>
        <p:spPr>
          <a:xfrm>
            <a:off x="5908360" y="520600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4</a:t>
            </a:r>
            <a:endParaRPr lang="zh-CN" altLang="en-US" sz="2400" b="1" dirty="0">
              <a:solidFill>
                <a:schemeClr val="bg1"/>
              </a:solidFill>
              <a:effectLst>
                <a:outerShdw blurRad="38100" dist="38100" dir="2700000" algn="tl">
                  <a:srgbClr val="000000">
                    <a:alpha val="43137"/>
                  </a:srgbClr>
                </a:outerShdw>
              </a:effectLst>
            </a:endParaRPr>
          </a:p>
        </p:txBody>
      </p:sp>
      <p:sp>
        <p:nvSpPr>
          <p:cNvPr id="91" name="淘宝-想搞设计PPT(倒卖必究)-91"/>
          <p:cNvSpPr txBox="1"/>
          <p:nvPr/>
        </p:nvSpPr>
        <p:spPr>
          <a:xfrm>
            <a:off x="8116872" y="2924769"/>
            <a:ext cx="3527305"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2" name="淘宝-想搞设计PPT(倒卖必究)-92"/>
          <p:cNvSpPr txBox="1"/>
          <p:nvPr/>
        </p:nvSpPr>
        <p:spPr>
          <a:xfrm>
            <a:off x="8019538" y="4437062"/>
            <a:ext cx="3527305" cy="302070"/>
          </a:xfrm>
          <a:prstGeom prst="rect">
            <a:avLst/>
          </a:prstGeom>
          <a:noFill/>
        </p:spPr>
        <p:txBody>
          <a:bodyPr wrap="square" rtlCol="0">
            <a:spAutoFit/>
          </a:bodyPr>
          <a:lstStyle/>
          <a:p>
            <a:pPr algn="just">
              <a:lnSpc>
                <a:spcPct val="125000"/>
              </a:lnSpc>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3" name="淘宝-想搞设计PPT(倒卖必究)-93"/>
          <p:cNvSpPr txBox="1"/>
          <p:nvPr/>
        </p:nvSpPr>
        <p:spPr>
          <a:xfrm>
            <a:off x="8790936" y="3660483"/>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4" name="淘宝-想搞设计PPT(倒卖必究)-94"/>
          <p:cNvSpPr txBox="1"/>
          <p:nvPr/>
        </p:nvSpPr>
        <p:spPr>
          <a:xfrm>
            <a:off x="8584749" y="5172776"/>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95" name="Picture 94" descr="合肥工业大学.png"/>
          <p:cNvPicPr>
            <a:picLocks noChangeAspect="1"/>
          </p:cNvPicPr>
          <p:nvPr/>
        </p:nvPicPr>
        <p:blipFill>
          <a:blip r:embed="rId2"/>
          <a:stretch>
            <a:fillRect/>
          </a:stretch>
        </p:blipFill>
        <p:spPr>
          <a:xfrm>
            <a:off x="9408530" y="409142"/>
            <a:ext cx="2378329" cy="564155"/>
          </a:xfrm>
          <a:prstGeom prst="rect">
            <a:avLst/>
          </a:prstGeom>
        </p:spPr>
      </p:pic>
    </p:spTree>
    <p:extLst>
      <p:ext uri="{BB962C8B-B14F-4D97-AF65-F5344CB8AC3E}">
        <p14:creationId xmlns:p14="http://schemas.microsoft.com/office/powerpoint/2010/main" val="4237673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淘宝-想搞设计PPT(倒卖必究)-4"/>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淘宝-想搞设计PPT(倒卖必究)-6"/>
          <p:cNvSpPr/>
          <p:nvPr/>
        </p:nvSpPr>
        <p:spPr>
          <a:xfrm>
            <a:off x="-5321" y="413375"/>
            <a:ext cx="12192000" cy="6031250"/>
          </a:xfrm>
          <a:prstGeom prst="rect">
            <a:avLst/>
          </a:prstGeom>
          <a:solidFill>
            <a:srgbClr val="A703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淘宝-想搞设计PPT(倒卖必究)-16"/>
          <p:cNvSpPr txBox="1"/>
          <p:nvPr/>
        </p:nvSpPr>
        <p:spPr>
          <a:xfrm>
            <a:off x="2329676" y="4114946"/>
            <a:ext cx="7424516" cy="923330"/>
          </a:xfrm>
          <a:prstGeom prst="rect">
            <a:avLst/>
          </a:prstGeom>
          <a:noFill/>
        </p:spPr>
        <p:txBody>
          <a:bodyPr wrap="square" rtlCol="0">
            <a:spAutoFit/>
          </a:bodyPr>
          <a:lstStyle/>
          <a:p>
            <a:pPr algn="ctr"/>
            <a:r>
              <a:rPr lang="zh-CN" altLang="en-US" sz="5400" dirty="0">
                <a:solidFill>
                  <a:schemeClr val="bg1"/>
                </a:solidFill>
                <a:latin typeface="微软雅黑" panose="020B0503020204020204" pitchFamily="34" charset="-122"/>
                <a:ea typeface="微软雅黑" panose="020B0503020204020204" pitchFamily="34" charset="-122"/>
              </a:rPr>
              <a:t>欢迎各位老师指导</a:t>
            </a:r>
          </a:p>
        </p:txBody>
      </p:sp>
      <p:sp>
        <p:nvSpPr>
          <p:cNvPr id="17" name="淘宝-想搞设计PPT(倒卖必究)-17"/>
          <p:cNvSpPr txBox="1"/>
          <p:nvPr/>
        </p:nvSpPr>
        <p:spPr>
          <a:xfrm>
            <a:off x="491757" y="2705725"/>
            <a:ext cx="11100354"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 YOU</a:t>
            </a:r>
            <a:endParaRPr lang="zh-CN" altLang="en-US"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8" name="Group 32"/>
          <p:cNvGrpSpPr/>
          <p:nvPr/>
        </p:nvGrpSpPr>
        <p:grpSpPr>
          <a:xfrm>
            <a:off x="5256631" y="1049663"/>
            <a:ext cx="1570606" cy="1573782"/>
            <a:chOff x="3692576" y="1742634"/>
            <a:chExt cx="2790379" cy="2796023"/>
          </a:xfrm>
        </p:grpSpPr>
        <p:grpSp>
          <p:nvGrpSpPr>
            <p:cNvPr id="19" name="组合 79"/>
            <p:cNvGrpSpPr/>
            <p:nvPr/>
          </p:nvGrpSpPr>
          <p:grpSpPr bwMode="auto">
            <a:xfrm>
              <a:off x="3692576" y="1742634"/>
              <a:ext cx="2790379" cy="2796023"/>
              <a:chOff x="6379729" y="2488774"/>
              <a:chExt cx="2513016" cy="2513016"/>
            </a:xfrm>
          </p:grpSpPr>
          <p:sp>
            <p:nvSpPr>
              <p:cNvPr id="21" name="淘宝-想搞设计PPT(倒卖必究)-21"/>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2" name="淘宝-想搞设计PPT(倒卖必究)-22"/>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0" name="淘宝-想搞设计PPT(倒卖必究)-20"/>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29" name="Picture 28" descr="合肥工业大学.png"/>
          <p:cNvPicPr>
            <a:picLocks noChangeAspect="1"/>
          </p:cNvPicPr>
          <p:nvPr/>
        </p:nvPicPr>
        <p:blipFill>
          <a:blip r:embed="rId2"/>
          <a:stretch>
            <a:fillRect/>
          </a:stretch>
        </p:blipFill>
        <p:spPr>
          <a:xfrm>
            <a:off x="5492938" y="1287964"/>
            <a:ext cx="1109878" cy="1109878"/>
          </a:xfrm>
          <a:prstGeom prst="rect">
            <a:avLst/>
          </a:prstGeom>
        </p:spPr>
      </p:pic>
    </p:spTree>
    <p:extLst>
      <p:ext uri="{BB962C8B-B14F-4D97-AF65-F5344CB8AC3E}">
        <p14:creationId xmlns:p14="http://schemas.microsoft.com/office/powerpoint/2010/main" val="2882685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656</Words>
  <Application>Microsoft Office PowerPoint</Application>
  <PresentationFormat>宽屏</PresentationFormat>
  <Paragraphs>80</Paragraphs>
  <Slides>10</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Gill Sans</vt:lpstr>
      <vt:lpstr>MS PGothic</vt:lpstr>
      <vt:lpstr>等线</vt:lpstr>
      <vt:lpstr>等线 Light</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林默 韩</dc:creator>
  <cp:lastModifiedBy>林默 韩</cp:lastModifiedBy>
  <cp:revision>1</cp:revision>
  <dcterms:created xsi:type="dcterms:W3CDTF">2026-06-15T00:45:29Z</dcterms:created>
  <dcterms:modified xsi:type="dcterms:W3CDTF">2026-06-15T00:45:29Z</dcterms:modified>
</cp:coreProperties>
</file>