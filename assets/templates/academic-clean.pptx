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68" r:id="rId2"/>
    <p:sldId id="276" r:id="rId3"/>
    <p:sldId id="280" r:id="rId4"/>
    <p:sldId id="287" r:id="rId5"/>
    <p:sldId id="289" r:id="rId6"/>
    <p:sldId id="275" r:id="rId7"/>
    <p:sldId id="293" r:id="rId8"/>
    <p:sldId id="295" r:id="rId9"/>
    <p:sldId id="298" r:id="rId10"/>
    <p:sldId id="277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71A4E7-4E1B-4393-82B5-9CBC4A7CD20B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A32205-84D0-4C6D-8E3D-AE5ADAD7DC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6179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亮亮图文旗舰店</a:t>
            </a:r>
          </a:p>
          <a:p>
            <a:r>
              <a:rPr lang="en-US" altLang="zh-CN" dirty="0"/>
              <a:t>https://liangliangtuwen.tmall.com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34673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41415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27676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6818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27050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45710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85588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50601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78132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亮亮图文旗舰店</a:t>
            </a:r>
          </a:p>
          <a:p>
            <a:r>
              <a:rPr lang="en-US" altLang="zh-CN"/>
              <a:t>https://liangliangtuwen.tmall.com</a:t>
            </a: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15031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9A95FB-77F0-BE45-D60C-A057853D4B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081AAF0-04E2-789A-F9FA-410A5FABB0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9762FE7-5DD6-1DC6-29DE-EA120E142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51A94-3463-4F78-BD40-69197134D371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1172C56-3334-79ED-9C49-673A03249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1C4E71A-E805-6D28-AE39-ABA5D271F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4FBAA-2B1D-42CF-9409-740EBAF447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94788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3E0CBF-072F-AA77-F7C8-DDECD6AEE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5717E6B-9F3F-21A6-609B-C6C4088ACA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3302B7A-A618-54F9-1F2C-0286B1EAD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51A94-3463-4F78-BD40-69197134D371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CD4B0E-99A9-723C-2B21-5FEF59FC6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2FD199C-96E3-57EE-22BB-87F22DFDE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4FBAA-2B1D-42CF-9409-740EBAF447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45640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463BC8-585E-AAB4-71C8-70074B5E8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051C69C-9CBB-1E99-9A37-21B4F28616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D415F47-6E30-37B5-2FB5-4E3AE810A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51A94-3463-4F78-BD40-69197134D371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05DBD5F-4C44-31E9-A8E6-966FF9A11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FD05517-5D9C-5F0C-AF57-A7617A60C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4FBAA-2B1D-42CF-9409-740EBAF447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1116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9B08CB-4519-013C-4307-266E2BDDA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6D6F8E1-95D7-51BF-A2AA-A8F3F999A9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32DD76F-815D-961F-AD3F-F8FDF105EC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657230D-4333-D772-3D5C-3404EB233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51A94-3463-4F78-BD40-69197134D371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39E8181-175F-004F-7467-AD366E822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8D1AE41-F511-1108-87A0-4562E7753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4FBAA-2B1D-42CF-9409-740EBAF447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63856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E16BC9-E9BC-E758-17CB-9617FB7AB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785F32A-AA94-7DB8-956A-6CC0EEE644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BA26086-3775-3146-603E-B65123135F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253D4C0-E534-579F-E66A-F0CDD46785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D102011-FC07-F6AC-869B-DCB4F2CB24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50DCB73-94B8-EE44-CA61-4902C5CA8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51A94-3463-4F78-BD40-69197134D371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F41A477-92AF-5257-8FA5-1EA18FB31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7EE8AAD-6068-775A-BAC4-F8949AA74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4FBAA-2B1D-42CF-9409-740EBAF447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0015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71DB15-22CF-2ACC-32BE-32EA55D50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C635D71-EAA0-51F8-EAF9-D5E8AA6FA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51A94-3463-4F78-BD40-69197134D371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6B7A6C9-EFF7-D556-14C1-8FD59F476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5FFBB8A-E570-E165-1ECD-423C9E4C5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4FBAA-2B1D-42CF-9409-740EBAF447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83930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9A9E773-4C40-A804-007B-D8739A521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51A94-3463-4F78-BD40-69197134D371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E612E96-FEF4-0AFE-2E91-BBDDDF278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71393DB-6C39-81B2-1CBB-C80425171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4FBAA-2B1D-42CF-9409-740EBAF447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21209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912FA9-C948-3B0E-E3D4-DFB491042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3F4E91A-88D1-35AF-0BC6-70EB445027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1F510E1-C695-CDAF-895F-1869EFE852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A71C137-1CDE-EFD4-9E1B-B8FC7520B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51A94-3463-4F78-BD40-69197134D371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4787003-E7CD-77E9-3A76-FE4297F65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B0ACAF3-C7FA-1351-A9E8-D99591B5C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4FBAA-2B1D-42CF-9409-740EBAF447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42868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9C52C9-D939-B23C-B853-50955D504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16127DF-7359-B7A2-2F55-F74F9A7001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D2958F8-6361-B25D-007D-2695E2FD7E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C9AB95A-F59D-F9DC-C148-9B1255FA4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51A94-3463-4F78-BD40-69197134D371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11F1732-8075-C9D1-BFBD-38406DF90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AC78052-6FFA-0FA6-11BB-5446CF151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4FBAA-2B1D-42CF-9409-740EBAF447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96138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40ABA7-E5F5-C7E2-978A-978620540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AC516FC-6C05-DBFC-7334-E613068202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690CF7A-EF89-1F2E-A618-04B3E0A75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51A94-3463-4F78-BD40-69197134D371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7C3C292-2363-0EC2-FD42-3DF9F9EB8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505FC15-2018-59E2-F001-BBE972154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4FBAA-2B1D-42CF-9409-740EBAF447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37222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26A3FAD-3067-0C71-21F7-39A65AFD08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0D9EB3F-3C88-C894-3E7E-92FE0885E9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3612EC2-BD6A-23B5-BF24-4C38D4CE0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51A94-3463-4F78-BD40-69197134D371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67C3DF8-6BC4-32B9-6226-F3784F329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67D4B4-6176-51B7-6A16-1862CA46B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4FBAA-2B1D-42CF-9409-740EBAF447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6273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4084A1A-DEC0-EE5D-B246-FCA046E45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29E2FC1-B7F9-22BF-12D4-E67FAE5A8D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4F5507C-001A-0A13-FC15-457BE4D8E7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451A94-3463-4F78-BD40-69197134D371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E29B67-3A6B-4F66-8C8C-0ADA641B28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F9122D8-3197-7BBD-C065-3F6C65B755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E4FBAA-2B1D-42CF-9409-740EBAF447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6485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淘宝-想搞设计PPT(倒卖必究)-4">
            <a:extLst>
              <a:ext uri="{FF2B5EF4-FFF2-40B4-BE49-F238E27FC236}">
                <a16:creationId xmlns:a16="http://schemas.microsoft.com/office/drawing/2014/main" id="{5BB8490A-2135-9E53-7CDB-D90031302C9C}"/>
              </a:ext>
            </a:extLst>
          </p:cNvPr>
          <p:cNvSpPr txBox="1"/>
          <p:nvPr/>
        </p:nvSpPr>
        <p:spPr>
          <a:xfrm>
            <a:off x="1509486" y="-667657"/>
            <a:ext cx="7072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>
                <a:solidFill/>
              </a:rPr>
              <a:t>asdas</a:t>
            </a:r>
            <a:endParaRPr lang="zh-CN" alt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4705866" y="0"/>
            <a:ext cx="2780268" cy="3063728"/>
            <a:chOff x="4705866" y="0"/>
            <a:chExt cx="2780268" cy="3063728"/>
          </a:xfrm>
        </p:grpSpPr>
        <p:sp>
          <p:nvSpPr>
            <p:cNvPr id="28" name="淘宝-想搞设计PPT(倒卖必究)-28"/>
            <p:cNvSpPr/>
            <p:nvPr/>
          </p:nvSpPr>
          <p:spPr>
            <a:xfrm>
              <a:off x="4705866" y="0"/>
              <a:ext cx="2780268" cy="3063728"/>
            </a:xfrm>
            <a:custGeom>
              <a:avLst/>
              <a:gdLst>
                <a:gd name="connsiteX0" fmla="*/ 0 w 2780268"/>
                <a:gd name="connsiteY0" fmla="*/ 0 h 3063728"/>
                <a:gd name="connsiteX1" fmla="*/ 2780268 w 2780268"/>
                <a:gd name="connsiteY1" fmla="*/ 0 h 3063728"/>
                <a:gd name="connsiteX2" fmla="*/ 2780268 w 2780268"/>
                <a:gd name="connsiteY2" fmla="*/ 1673594 h 3063728"/>
                <a:gd name="connsiteX3" fmla="*/ 1390134 w 2780268"/>
                <a:gd name="connsiteY3" fmla="*/ 3063728 h 3063728"/>
                <a:gd name="connsiteX4" fmla="*/ 0 w 2780268"/>
                <a:gd name="connsiteY4" fmla="*/ 1673594 h 3063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80268" h="3063728">
                  <a:moveTo>
                    <a:pt x="0" y="0"/>
                  </a:moveTo>
                  <a:lnTo>
                    <a:pt x="2780268" y="0"/>
                  </a:lnTo>
                  <a:lnTo>
                    <a:pt x="2780268" y="1673594"/>
                  </a:lnTo>
                  <a:cubicBezTo>
                    <a:pt x="2780268" y="2441344"/>
                    <a:pt x="2157884" y="3063728"/>
                    <a:pt x="1390134" y="3063728"/>
                  </a:cubicBezTo>
                  <a:cubicBezTo>
                    <a:pt x="622384" y="3063728"/>
                    <a:pt x="0" y="2441344"/>
                    <a:pt x="0" y="1673594"/>
                  </a:cubicBezTo>
                  <a:close/>
                </a:path>
              </a:pathLst>
            </a:custGeom>
            <a:solidFill>
              <a:srgbClr val="9516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7" name="组合 6"/>
            <p:cNvGrpSpPr/>
            <p:nvPr/>
          </p:nvGrpSpPr>
          <p:grpSpPr>
            <a:xfrm>
              <a:off x="4875891" y="408799"/>
              <a:ext cx="2439190" cy="2439192"/>
              <a:chOff x="5007734" y="902247"/>
              <a:chExt cx="2543685" cy="2543686"/>
            </a:xfrm>
          </p:grpSpPr>
          <p:sp>
            <p:nvSpPr>
              <p:cNvPr id="8" name="淘宝-想搞设计PPT(倒卖必究)-8"/>
              <p:cNvSpPr/>
              <p:nvPr/>
            </p:nvSpPr>
            <p:spPr>
              <a:xfrm>
                <a:off x="5007734" y="902247"/>
                <a:ext cx="2543685" cy="2543686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rgbClr val="E8E8E8"/>
                  </a:gs>
                </a:gsLst>
                <a:lin ang="5400000" scaled="1"/>
                <a:tileRect/>
              </a:gradFill>
              <a:ln>
                <a:noFill/>
              </a:ln>
              <a:effectLst>
                <a:outerShdw blurRad="139700" dist="38100" dir="5400000" algn="t" rotWithShape="0">
                  <a:prstClr val="black">
                    <a:alpha val="1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淘宝-想搞设计PPT(倒卖必究)-9"/>
              <p:cNvSpPr/>
              <p:nvPr/>
            </p:nvSpPr>
            <p:spPr>
              <a:xfrm rot="10800000">
                <a:off x="5160137" y="1054647"/>
                <a:ext cx="2213120" cy="2213120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rgbClr val="E8E8E8"/>
                  </a:gs>
                </a:gsLst>
                <a:lin ang="5400000" scaled="1"/>
                <a:tileRect/>
              </a:gradFill>
              <a:ln>
                <a:noFill/>
              </a:ln>
              <a:effectLst>
                <a:innerShdw blurRad="88900">
                  <a:prstClr val="black">
                    <a:alpha val="16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淘宝-想搞设计PPT(倒卖必究)-10"/>
              <p:cNvSpPr/>
              <p:nvPr/>
            </p:nvSpPr>
            <p:spPr>
              <a:xfrm rot="10800000">
                <a:off x="5253394" y="1176935"/>
                <a:ext cx="2052364" cy="2052365"/>
              </a:xfrm>
              <a:prstGeom prst="ellipse">
                <a:avLst/>
              </a:prstGeom>
              <a:blipFill dpi="0" rotWithShape="0">
                <a:blip r:embed="rId3" cstate="print"/>
                <a:srcRect/>
                <a:stretch>
                  <a:fillRect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14" name="淘宝-想搞设计PPT(倒卖必究)-14"/>
          <p:cNvSpPr/>
          <p:nvPr/>
        </p:nvSpPr>
        <p:spPr>
          <a:xfrm>
            <a:off x="0" y="5223311"/>
            <a:ext cx="12192000" cy="1634689"/>
          </a:xfrm>
          <a:prstGeom prst="rect">
            <a:avLst/>
          </a:prstGeom>
          <a:solidFill>
            <a:srgbClr val="9516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淘宝-想搞设计PPT(倒卖必究)-15"/>
          <p:cNvSpPr/>
          <p:nvPr/>
        </p:nvSpPr>
        <p:spPr>
          <a:xfrm>
            <a:off x="0" y="5053673"/>
            <a:ext cx="12192000" cy="77108"/>
          </a:xfrm>
          <a:prstGeom prst="rect">
            <a:avLst/>
          </a:prstGeom>
          <a:solidFill>
            <a:srgbClr val="9516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淘宝-想搞设计PPT(倒卖必究)-16"/>
          <p:cNvSpPr txBox="1"/>
          <p:nvPr/>
        </p:nvSpPr>
        <p:spPr>
          <a:xfrm>
            <a:off x="2461862" y="3399117"/>
            <a:ext cx="72672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b="1" dirty="0">
                <a:solidFill>
                  <a:srgbClr val="95161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合肥工业大学答辩</a:t>
            </a:r>
            <a:endParaRPr lang="en-US" altLang="zh-CN" sz="5400" b="1" dirty="0">
              <a:solidFill>
                <a:srgbClr val="91080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淘宝-想搞设计PPT(倒卖必究)-17"/>
          <p:cNvSpPr>
            <a:spLocks noChangeArrowheads="1"/>
          </p:cNvSpPr>
          <p:nvPr/>
        </p:nvSpPr>
        <p:spPr bwMode="auto">
          <a:xfrm>
            <a:off x="2795553" y="4360372"/>
            <a:ext cx="65998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100" dirty="0">
                <a:solidFill>
                  <a:srgbClr val="95161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论文答辩/课程演讲/汇报总结/课件制作/学术交流</a:t>
            </a:r>
          </a:p>
        </p:txBody>
      </p:sp>
      <p:sp>
        <p:nvSpPr>
          <p:cNvPr id="19" name="淘宝-想搞设计PPT(倒卖必究)-19"/>
          <p:cNvSpPr txBox="1"/>
          <p:nvPr/>
        </p:nvSpPr>
        <p:spPr>
          <a:xfrm>
            <a:off x="1128816" y="5804729"/>
            <a:ext cx="26389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院系：想搞设计</a:t>
            </a:r>
          </a:p>
        </p:txBody>
      </p:sp>
      <p:sp>
        <p:nvSpPr>
          <p:cNvPr id="20" name="淘宝-想搞设计PPT(倒卖必究)-20"/>
          <p:cNvSpPr txBox="1"/>
          <p:nvPr/>
        </p:nvSpPr>
        <p:spPr>
          <a:xfrm>
            <a:off x="3937646" y="5804729"/>
            <a:ext cx="2109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专业：想搞设计</a:t>
            </a:r>
          </a:p>
        </p:txBody>
      </p:sp>
      <p:sp>
        <p:nvSpPr>
          <p:cNvPr id="21" name="淘宝-想搞设计PPT(倒卖必究)-21"/>
          <p:cNvSpPr txBox="1"/>
          <p:nvPr/>
        </p:nvSpPr>
        <p:spPr>
          <a:xfrm>
            <a:off x="6242685" y="5804535"/>
            <a:ext cx="23285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答辩人：想搞设计</a:t>
            </a:r>
          </a:p>
        </p:txBody>
      </p:sp>
      <p:sp>
        <p:nvSpPr>
          <p:cNvPr id="22" name="淘宝-想搞设计PPT(倒卖必究)-22"/>
          <p:cNvSpPr txBox="1"/>
          <p:nvPr/>
        </p:nvSpPr>
        <p:spPr>
          <a:xfrm>
            <a:off x="8665845" y="5804535"/>
            <a:ext cx="25914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指导老师：想搞设计</a:t>
            </a:r>
          </a:p>
        </p:txBody>
      </p:sp>
      <p:sp>
        <p:nvSpPr>
          <p:cNvPr id="11" name="淘宝-想搞设计PPT(倒卖必究)-11">
            <a:extLst>
              <a:ext uri="{FF2B5EF4-FFF2-40B4-BE49-F238E27FC236}">
                <a16:creationId xmlns:a16="http://schemas.microsoft.com/office/drawing/2014/main" id="{AE082206-F2A7-B88B-EFCE-FB692FD0698B}"/>
              </a:ext>
            </a:extLst>
          </p:cNvPr>
          <p:cNvSpPr/>
          <p:nvPr/>
        </p:nvSpPr>
        <p:spPr>
          <a:xfrm>
            <a:off x="4837064" y="408451"/>
            <a:ext cx="2490717" cy="2490717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7" name="Picture 46" descr="合肥工业大学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9407" y="440795"/>
            <a:ext cx="2426030" cy="2426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707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8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8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8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2" presetClass="entr" presetSubtype="4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2" presetClass="entr" presetSubtype="4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2" presetClass="entr" presetSubtype="4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000"/>
                            </p:stCondLst>
                            <p:childTnLst>
                              <p:par>
                                <p:cTn id="33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500"/>
                            </p:stCondLst>
                            <p:childTnLst>
                              <p:par>
                                <p:cTn id="38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000"/>
                            </p:stCondLst>
                            <p:childTnLst>
                              <p:par>
                                <p:cTn id="43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/>
      <p:bldP spid="17" grpId="0"/>
      <p:bldP spid="19" grpId="0"/>
      <p:bldP spid="20" grpId="0"/>
      <p:bldP spid="21" grpId="0"/>
      <p:bldP spid="2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淘宝-想搞设计PPT(倒卖必究)-9"/>
          <p:cNvCxnSpPr/>
          <p:nvPr/>
        </p:nvCxnSpPr>
        <p:spPr>
          <a:xfrm>
            <a:off x="4277437" y="1619962"/>
            <a:ext cx="7914563" cy="0"/>
          </a:xfrm>
          <a:prstGeom prst="line">
            <a:avLst/>
          </a:prstGeom>
          <a:ln w="508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/>
          <p:cNvGrpSpPr/>
          <p:nvPr/>
        </p:nvGrpSpPr>
        <p:grpSpPr>
          <a:xfrm>
            <a:off x="5389226" y="1257300"/>
            <a:ext cx="976380" cy="767990"/>
            <a:chOff x="5389226" y="1257300"/>
            <a:chExt cx="976380" cy="767990"/>
          </a:xfrm>
        </p:grpSpPr>
        <p:sp>
          <p:nvSpPr>
            <p:cNvPr id="11" name="淘宝-想搞设计PPT(倒卖必究)-11"/>
            <p:cNvSpPr/>
            <p:nvPr/>
          </p:nvSpPr>
          <p:spPr>
            <a:xfrm>
              <a:off x="5493421" y="1257300"/>
              <a:ext cx="767990" cy="767990"/>
            </a:xfrm>
            <a:prstGeom prst="rect">
              <a:avLst/>
            </a:prstGeom>
            <a:solidFill>
              <a:srgbClr val="9516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淘宝-想搞设计PPT(倒卖必究)-17"/>
            <p:cNvSpPr txBox="1"/>
            <p:nvPr/>
          </p:nvSpPr>
          <p:spPr>
            <a:xfrm>
              <a:off x="5389226" y="1351966"/>
              <a:ext cx="976380" cy="6548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7767862" y="1257300"/>
            <a:ext cx="976380" cy="767990"/>
            <a:chOff x="7767862" y="1257300"/>
            <a:chExt cx="976380" cy="767990"/>
          </a:xfrm>
        </p:grpSpPr>
        <p:sp>
          <p:nvSpPr>
            <p:cNvPr id="12" name="淘宝-想搞设计PPT(倒卖必究)-12"/>
            <p:cNvSpPr/>
            <p:nvPr/>
          </p:nvSpPr>
          <p:spPr>
            <a:xfrm>
              <a:off x="7850724" y="1257300"/>
              <a:ext cx="767990" cy="767990"/>
            </a:xfrm>
            <a:prstGeom prst="rect">
              <a:avLst/>
            </a:prstGeom>
            <a:solidFill>
              <a:srgbClr val="9516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淘宝-想搞设计PPT(倒卖必究)-18"/>
            <p:cNvSpPr txBox="1"/>
            <p:nvPr/>
          </p:nvSpPr>
          <p:spPr>
            <a:xfrm>
              <a:off x="7767862" y="1351966"/>
              <a:ext cx="976380" cy="6548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10178497" y="1257300"/>
            <a:ext cx="976380" cy="767990"/>
            <a:chOff x="10178497" y="1257300"/>
            <a:chExt cx="976380" cy="767990"/>
          </a:xfrm>
        </p:grpSpPr>
        <p:sp>
          <p:nvSpPr>
            <p:cNvPr id="13" name="淘宝-想搞设计PPT(倒卖必究)-13"/>
            <p:cNvSpPr/>
            <p:nvPr/>
          </p:nvSpPr>
          <p:spPr>
            <a:xfrm>
              <a:off x="10282692" y="1257300"/>
              <a:ext cx="767990" cy="767990"/>
            </a:xfrm>
            <a:prstGeom prst="rect">
              <a:avLst/>
            </a:prstGeom>
            <a:solidFill>
              <a:srgbClr val="9516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淘宝-想搞设计PPT(倒卖必究)-19"/>
            <p:cNvSpPr txBox="1"/>
            <p:nvPr/>
          </p:nvSpPr>
          <p:spPr>
            <a:xfrm>
              <a:off x="10178497" y="1351966"/>
              <a:ext cx="976380" cy="6548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3" name="淘宝-想搞设计PPT(倒卖必究)-23"/>
          <p:cNvSpPr txBox="1"/>
          <p:nvPr/>
        </p:nvSpPr>
        <p:spPr>
          <a:xfrm>
            <a:off x="5066235" y="2249325"/>
            <a:ext cx="1620948" cy="523216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28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</a:p>
        </p:txBody>
      </p:sp>
      <p:sp>
        <p:nvSpPr>
          <p:cNvPr id="24" name="淘宝-想搞设计PPT(倒卖必究)-24"/>
          <p:cNvSpPr/>
          <p:nvPr/>
        </p:nvSpPr>
        <p:spPr>
          <a:xfrm>
            <a:off x="4934874" y="2816669"/>
            <a:ext cx="1954373" cy="25391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RESEARCH BACKGROUNDS</a:t>
            </a:r>
          </a:p>
        </p:txBody>
      </p:sp>
      <p:sp>
        <p:nvSpPr>
          <p:cNvPr id="25" name="淘宝-想搞设计PPT(倒卖必究)-25"/>
          <p:cNvSpPr txBox="1"/>
          <p:nvPr/>
        </p:nvSpPr>
        <p:spPr>
          <a:xfrm>
            <a:off x="7467477" y="2273152"/>
            <a:ext cx="1620948" cy="523216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800" dirty="0">
                <a:solidFill>
                  <a:srgbClr val="7F7F7F"/>
                </a:solidFill>
              </a:rPr>
              <a:t>理论框架</a:t>
            </a:r>
          </a:p>
        </p:txBody>
      </p:sp>
      <p:sp>
        <p:nvSpPr>
          <p:cNvPr id="26" name="淘宝-想搞设计PPT(倒卖必究)-26"/>
          <p:cNvSpPr/>
          <p:nvPr/>
        </p:nvSpPr>
        <p:spPr>
          <a:xfrm>
            <a:off x="7436571" y="2836007"/>
            <a:ext cx="1718732" cy="25391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RESEARCH FRAMWORK</a:t>
            </a:r>
          </a:p>
        </p:txBody>
      </p:sp>
      <p:sp>
        <p:nvSpPr>
          <p:cNvPr id="27" name="淘宝-想搞设计PPT(倒卖必究)-27"/>
          <p:cNvSpPr txBox="1"/>
          <p:nvPr/>
        </p:nvSpPr>
        <p:spPr>
          <a:xfrm>
            <a:off x="9874555" y="2264657"/>
            <a:ext cx="1620948" cy="523216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800" dirty="0">
                <a:solidFill>
                  <a:srgbClr val="7F7F7F"/>
                </a:solidFill>
              </a:rPr>
              <a:t>研究方法</a:t>
            </a:r>
          </a:p>
        </p:txBody>
      </p:sp>
      <p:sp>
        <p:nvSpPr>
          <p:cNvPr id="28" name="淘宝-想搞设计PPT(倒卖必究)-28"/>
          <p:cNvSpPr/>
          <p:nvPr/>
        </p:nvSpPr>
        <p:spPr>
          <a:xfrm>
            <a:off x="9860091" y="2849550"/>
            <a:ext cx="1588889" cy="25391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RESEARCH METHODS</a:t>
            </a:r>
          </a:p>
        </p:txBody>
      </p:sp>
      <p:cxnSp>
        <p:nvCxnSpPr>
          <p:cNvPr id="30" name="淘宝-想搞设计PPT(倒卖必究)-30"/>
          <p:cNvCxnSpPr/>
          <p:nvPr/>
        </p:nvCxnSpPr>
        <p:spPr>
          <a:xfrm>
            <a:off x="1738117" y="4610812"/>
            <a:ext cx="7914563" cy="0"/>
          </a:xfrm>
          <a:prstGeom prst="line">
            <a:avLst/>
          </a:prstGeom>
          <a:ln w="508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组合 9"/>
          <p:cNvGrpSpPr/>
          <p:nvPr/>
        </p:nvGrpSpPr>
        <p:grpSpPr>
          <a:xfrm>
            <a:off x="2811806" y="4248150"/>
            <a:ext cx="976380" cy="767990"/>
            <a:chOff x="2811806" y="4248150"/>
            <a:chExt cx="976380" cy="767990"/>
          </a:xfrm>
        </p:grpSpPr>
        <p:sp>
          <p:nvSpPr>
            <p:cNvPr id="31" name="淘宝-想搞设计PPT(倒卖必究)-31"/>
            <p:cNvSpPr/>
            <p:nvPr/>
          </p:nvSpPr>
          <p:spPr>
            <a:xfrm>
              <a:off x="2916001" y="4248150"/>
              <a:ext cx="767990" cy="767990"/>
            </a:xfrm>
            <a:prstGeom prst="rect">
              <a:avLst/>
            </a:prstGeom>
            <a:solidFill>
              <a:srgbClr val="9516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淘宝-想搞设计PPT(倒卖必究)-34"/>
            <p:cNvSpPr txBox="1"/>
            <p:nvPr/>
          </p:nvSpPr>
          <p:spPr>
            <a:xfrm>
              <a:off x="2811806" y="4342816"/>
              <a:ext cx="97638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5190442" y="4248150"/>
            <a:ext cx="976380" cy="767990"/>
            <a:chOff x="5190442" y="4248150"/>
            <a:chExt cx="976380" cy="767990"/>
          </a:xfrm>
        </p:grpSpPr>
        <p:sp>
          <p:nvSpPr>
            <p:cNvPr id="32" name="淘宝-想搞设计PPT(倒卖必究)-32"/>
            <p:cNvSpPr/>
            <p:nvPr/>
          </p:nvSpPr>
          <p:spPr>
            <a:xfrm>
              <a:off x="5273304" y="4248150"/>
              <a:ext cx="767990" cy="767990"/>
            </a:xfrm>
            <a:prstGeom prst="rect">
              <a:avLst/>
            </a:prstGeom>
            <a:solidFill>
              <a:srgbClr val="9516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淘宝-想搞设计PPT(倒卖必究)-35"/>
            <p:cNvSpPr txBox="1"/>
            <p:nvPr/>
          </p:nvSpPr>
          <p:spPr>
            <a:xfrm>
              <a:off x="5190442" y="4342816"/>
              <a:ext cx="97638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endPara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7601077" y="4248150"/>
            <a:ext cx="976380" cy="767990"/>
            <a:chOff x="7601077" y="4248150"/>
            <a:chExt cx="976380" cy="767990"/>
          </a:xfrm>
        </p:grpSpPr>
        <p:sp>
          <p:nvSpPr>
            <p:cNvPr id="33" name="淘宝-想搞设计PPT(倒卖必究)-33"/>
            <p:cNvSpPr/>
            <p:nvPr/>
          </p:nvSpPr>
          <p:spPr>
            <a:xfrm>
              <a:off x="7705272" y="4248150"/>
              <a:ext cx="767990" cy="767990"/>
            </a:xfrm>
            <a:prstGeom prst="rect">
              <a:avLst/>
            </a:prstGeom>
            <a:solidFill>
              <a:srgbClr val="9516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淘宝-想搞设计PPT(倒卖必究)-36"/>
            <p:cNvSpPr txBox="1"/>
            <p:nvPr/>
          </p:nvSpPr>
          <p:spPr>
            <a:xfrm>
              <a:off x="7601077" y="4342816"/>
              <a:ext cx="97638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  <a:endPara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" name="淘宝-想搞设计PPT(倒卖必究)-5"/>
          <p:cNvSpPr/>
          <p:nvPr/>
        </p:nvSpPr>
        <p:spPr>
          <a:xfrm rot="5400000">
            <a:off x="-2611658" y="2611657"/>
            <a:ext cx="6858001" cy="1634689"/>
          </a:xfrm>
          <a:prstGeom prst="rect">
            <a:avLst/>
          </a:prstGeom>
          <a:solidFill>
            <a:srgbClr val="9516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淘宝-想搞设计PPT(倒卖必究)-6"/>
          <p:cNvSpPr/>
          <p:nvPr/>
        </p:nvSpPr>
        <p:spPr>
          <a:xfrm rot="5400000">
            <a:off x="-1663229" y="3390448"/>
            <a:ext cx="6858001" cy="77108"/>
          </a:xfrm>
          <a:prstGeom prst="rect">
            <a:avLst/>
          </a:prstGeom>
          <a:solidFill>
            <a:srgbClr val="9516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淘宝-想搞设计PPT(倒卖必究)-39"/>
          <p:cNvSpPr txBox="1"/>
          <p:nvPr/>
        </p:nvSpPr>
        <p:spPr>
          <a:xfrm>
            <a:off x="7278793" y="5233301"/>
            <a:ext cx="1620948" cy="523216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>
                <a:solidFill>
                  <a:srgbClr val="7F7F7F"/>
                </a:solidFill>
              </a:rPr>
              <a:t>文献综述</a:t>
            </a:r>
          </a:p>
        </p:txBody>
      </p:sp>
      <p:sp>
        <p:nvSpPr>
          <p:cNvPr id="42" name="淘宝-想搞设计PPT(倒卖必究)-42"/>
          <p:cNvSpPr/>
          <p:nvPr/>
        </p:nvSpPr>
        <p:spPr>
          <a:xfrm>
            <a:off x="7539664" y="5845586"/>
            <a:ext cx="1162490" cy="25391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BIBLIOGRAPHY</a:t>
            </a:r>
          </a:p>
        </p:txBody>
      </p:sp>
      <p:sp>
        <p:nvSpPr>
          <p:cNvPr id="43" name="淘宝-想搞设计PPT(倒卖必究)-43"/>
          <p:cNvSpPr txBox="1"/>
          <p:nvPr/>
        </p:nvSpPr>
        <p:spPr>
          <a:xfrm>
            <a:off x="2297416" y="5226939"/>
            <a:ext cx="1980021" cy="523216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>
                <a:solidFill>
                  <a:srgbClr val="7F7F7F"/>
                </a:solidFill>
              </a:rPr>
              <a:t>分析与讨论</a:t>
            </a:r>
          </a:p>
        </p:txBody>
      </p:sp>
      <p:sp>
        <p:nvSpPr>
          <p:cNvPr id="44" name="淘宝-想搞设计PPT(倒卖必究)-44"/>
          <p:cNvSpPr/>
          <p:nvPr/>
        </p:nvSpPr>
        <p:spPr>
          <a:xfrm>
            <a:off x="2239821" y="5838704"/>
            <a:ext cx="2116925" cy="261608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ANALYSIS AND DISCUSSION</a:t>
            </a:r>
          </a:p>
        </p:txBody>
      </p:sp>
      <p:sp>
        <p:nvSpPr>
          <p:cNvPr id="45" name="淘宝-想搞设计PPT(倒卖必究)-45"/>
          <p:cNvSpPr txBox="1"/>
          <p:nvPr/>
        </p:nvSpPr>
        <p:spPr>
          <a:xfrm>
            <a:off x="4667288" y="5240174"/>
            <a:ext cx="1980021" cy="523216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>
                <a:solidFill>
                  <a:srgbClr val="7F7F7F"/>
                </a:solidFill>
              </a:rPr>
              <a:t>结论与建议</a:t>
            </a:r>
          </a:p>
        </p:txBody>
      </p:sp>
      <p:sp>
        <p:nvSpPr>
          <p:cNvPr id="46" name="淘宝-想搞设计PPT(倒卖必究)-46"/>
          <p:cNvSpPr/>
          <p:nvPr/>
        </p:nvSpPr>
        <p:spPr>
          <a:xfrm>
            <a:off x="4510688" y="5842552"/>
            <a:ext cx="2335888" cy="25391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CONCLUSION AND SUGGESTION</a:t>
            </a:r>
          </a:p>
        </p:txBody>
      </p:sp>
      <p:sp>
        <p:nvSpPr>
          <p:cNvPr id="7" name="淘宝-想搞设计PPT(倒卖必究)-7"/>
          <p:cNvSpPr txBox="1"/>
          <p:nvPr/>
        </p:nvSpPr>
        <p:spPr>
          <a:xfrm>
            <a:off x="527377" y="247904"/>
            <a:ext cx="1015663" cy="175892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dist"/>
            <a:r>
              <a:rPr lang="zh-CN" altLang="en-US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pic>
        <p:nvPicPr>
          <p:cNvPr id="123" name="Picture 122" descr="合肥工业大学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7269" y="6203926"/>
            <a:ext cx="1835216" cy="435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00184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0">
        <p15:prstTrans prst="pageCurlDouble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500"/>
                            </p:stCondLst>
                            <p:childTnLst>
                              <p:par>
                                <p:cTn id="39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3000"/>
                            </p:stCondLst>
                            <p:childTnLst>
                              <p:par>
                                <p:cTn id="46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3500"/>
                            </p:stCondLst>
                            <p:childTnLst>
                              <p:par>
                                <p:cTn id="55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4000"/>
                            </p:stCondLst>
                            <p:childTnLst>
                              <p:par>
                                <p:cTn id="62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4500"/>
                            </p:stCondLst>
                            <p:childTnLst>
                              <p:par>
                                <p:cTn id="71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7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0"/>
                            </p:stCondLst>
                            <p:childTnLst>
                              <p:par>
                                <p:cTn id="76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500"/>
                            </p:stCondLst>
                            <p:childTnLst>
                              <p:par>
                                <p:cTn id="83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6000"/>
                            </p:stCondLst>
                            <p:childTnLst>
                              <p:par>
                                <p:cTn id="92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6500"/>
                            </p:stCondLst>
                            <p:childTnLst>
                              <p:par>
                                <p:cTn id="9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0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0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7000"/>
                            </p:stCondLst>
                            <p:childTnLst>
                              <p:par>
                                <p:cTn id="108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7500"/>
                            </p:stCondLst>
                            <p:childTnLst>
                              <p:par>
                                <p:cTn id="11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1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25" grpId="0"/>
      <p:bldP spid="26" grpId="0"/>
      <p:bldP spid="27" grpId="0"/>
      <p:bldP spid="28" grpId="0"/>
      <p:bldP spid="5" grpId="0" animBg="1"/>
      <p:bldP spid="6" grpId="0" animBg="1"/>
      <p:bldP spid="39" grpId="0"/>
      <p:bldP spid="42" grpId="0"/>
      <p:bldP spid="43" grpId="0"/>
      <p:bldP spid="44" grpId="0"/>
      <p:bldP spid="45" grpId="0"/>
      <p:bldP spid="46" grpId="0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淘宝-想搞设计PPT(倒卖必究)-11"/>
          <p:cNvSpPr/>
          <p:nvPr/>
        </p:nvSpPr>
        <p:spPr>
          <a:xfrm>
            <a:off x="2857500" y="2686050"/>
            <a:ext cx="9334500" cy="1295400"/>
          </a:xfrm>
          <a:prstGeom prst="rect">
            <a:avLst/>
          </a:prstGeom>
          <a:solidFill>
            <a:srgbClr val="9516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淘宝-想搞设计PPT(倒卖必究)-12"/>
          <p:cNvSpPr/>
          <p:nvPr/>
        </p:nvSpPr>
        <p:spPr>
          <a:xfrm>
            <a:off x="2857500" y="4133850"/>
            <a:ext cx="8210550" cy="95250"/>
          </a:xfrm>
          <a:prstGeom prst="rect">
            <a:avLst/>
          </a:prstGeom>
          <a:solidFill>
            <a:srgbClr val="9516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1123950" y="2686050"/>
            <a:ext cx="1543050" cy="1543050"/>
            <a:chOff x="1123950" y="2686050"/>
            <a:chExt cx="1543050" cy="1543050"/>
          </a:xfrm>
        </p:grpSpPr>
        <p:sp>
          <p:nvSpPr>
            <p:cNvPr id="10" name="淘宝-想搞设计PPT(倒卖必究)-10"/>
            <p:cNvSpPr/>
            <p:nvPr/>
          </p:nvSpPr>
          <p:spPr>
            <a:xfrm>
              <a:off x="1123950" y="2686050"/>
              <a:ext cx="1543050" cy="1543050"/>
            </a:xfrm>
            <a:prstGeom prst="rect">
              <a:avLst/>
            </a:prstGeom>
            <a:solidFill>
              <a:srgbClr val="9516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淘宝-想搞设计PPT(倒卖必究)-14"/>
            <p:cNvSpPr txBox="1"/>
            <p:nvPr/>
          </p:nvSpPr>
          <p:spPr>
            <a:xfrm>
              <a:off x="1407285" y="2903577"/>
              <a:ext cx="976380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6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6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5" name="淘宝-想搞设计PPT(倒卖必究)-15"/>
          <p:cNvSpPr txBox="1"/>
          <p:nvPr/>
        </p:nvSpPr>
        <p:spPr>
          <a:xfrm>
            <a:off x="2950335" y="2781038"/>
            <a:ext cx="2646870" cy="83099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4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</a:p>
        </p:txBody>
      </p:sp>
      <p:sp>
        <p:nvSpPr>
          <p:cNvPr id="16" name="淘宝-想搞设计PPT(倒卖必究)-16"/>
          <p:cNvSpPr/>
          <p:nvPr/>
        </p:nvSpPr>
        <p:spPr>
          <a:xfrm>
            <a:off x="2950335" y="3581999"/>
            <a:ext cx="3201766" cy="369328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RESEARCH BACKGROUNDS</a:t>
            </a:r>
          </a:p>
        </p:txBody>
      </p:sp>
      <p:pic>
        <p:nvPicPr>
          <p:cNvPr id="27" name="Picture 26" descr="合肥工业大学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0442" y="6225192"/>
            <a:ext cx="1835216" cy="435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33981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0">
        <p15:prstTrans prst="pageCurlDouble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2" presetClass="entr" presetSubtype="2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5" grpId="0"/>
      <p:bldP spid="1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-254000" y="201683"/>
            <a:ext cx="898070" cy="523220"/>
            <a:chOff x="-254000" y="201683"/>
            <a:chExt cx="898070" cy="523220"/>
          </a:xfrm>
        </p:grpSpPr>
        <p:sp>
          <p:nvSpPr>
            <p:cNvPr id="11" name="淘宝-想搞设计PPT(倒卖必究)-11"/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9516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淘宝-想搞设计PPT(倒卖必究)-12"/>
            <p:cNvSpPr txBox="1"/>
            <p:nvPr/>
          </p:nvSpPr>
          <p:spPr>
            <a:xfrm>
              <a:off x="65706" y="201683"/>
              <a:ext cx="4676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3" name="淘宝-想搞设计PPT(倒卖必究)-13"/>
          <p:cNvSpPr txBox="1"/>
          <p:nvPr/>
        </p:nvSpPr>
        <p:spPr>
          <a:xfrm>
            <a:off x="701167" y="144940"/>
            <a:ext cx="1826133" cy="58477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2584397" y="217491"/>
            <a:ext cx="10096500" cy="439541"/>
            <a:chOff x="2584397" y="217491"/>
            <a:chExt cx="10096500" cy="439541"/>
          </a:xfrm>
        </p:grpSpPr>
        <p:sp>
          <p:nvSpPr>
            <p:cNvPr id="10" name="淘宝-想搞设计PPT(倒卖必究)-10"/>
            <p:cNvSpPr/>
            <p:nvPr/>
          </p:nvSpPr>
          <p:spPr>
            <a:xfrm>
              <a:off x="2584397" y="217491"/>
              <a:ext cx="10083800" cy="328609"/>
            </a:xfrm>
            <a:prstGeom prst="roundRect">
              <a:avLst>
                <a:gd name="adj" fmla="val 50000"/>
              </a:avLst>
            </a:prstGeom>
            <a:solidFill>
              <a:srgbClr val="9516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淘宝-想搞设计PPT(倒卖必究)-14"/>
            <p:cNvSpPr/>
            <p:nvPr/>
          </p:nvSpPr>
          <p:spPr>
            <a:xfrm flipV="1">
              <a:off x="2597097" y="621032"/>
              <a:ext cx="10083800" cy="36000"/>
            </a:xfrm>
            <a:prstGeom prst="roundRect">
              <a:avLst>
                <a:gd name="adj" fmla="val 50000"/>
              </a:avLst>
            </a:prstGeom>
            <a:solidFill>
              <a:srgbClr val="9516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淘宝-想搞设计PPT(倒卖必究)-15"/>
            <p:cNvSpPr/>
            <p:nvPr/>
          </p:nvSpPr>
          <p:spPr>
            <a:xfrm>
              <a:off x="2609797" y="239783"/>
              <a:ext cx="2198222" cy="276995"/>
            </a:xfrm>
            <a:prstGeom prst="rect">
              <a:avLst/>
            </a:prstGeom>
          </p:spPr>
          <p:txBody>
            <a:bodyPr wrap="none" lIns="91436" tIns="45718" rIns="91436" bIns="45718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RESEARCH BACKGROUNDS</a:t>
              </a: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7474434" y="1842772"/>
            <a:ext cx="3940819" cy="374513"/>
            <a:chOff x="7797588" y="2218417"/>
            <a:chExt cx="3480011" cy="374513"/>
          </a:xfrm>
        </p:grpSpPr>
        <p:sp>
          <p:nvSpPr>
            <p:cNvPr id="18" name="淘宝-想搞设计PPT(倒卖必究)-18"/>
            <p:cNvSpPr/>
            <p:nvPr/>
          </p:nvSpPr>
          <p:spPr>
            <a:xfrm>
              <a:off x="7797588" y="2232930"/>
              <a:ext cx="3480011" cy="360000"/>
            </a:xfrm>
            <a:prstGeom prst="rect">
              <a:avLst/>
            </a:prstGeom>
            <a:solidFill>
              <a:srgbClr val="9516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淘宝-想搞设计PPT(倒卖必究)-17"/>
            <p:cNvSpPr txBox="1"/>
            <p:nvPr/>
          </p:nvSpPr>
          <p:spPr>
            <a:xfrm>
              <a:off x="7797588" y="2218417"/>
              <a:ext cx="978429" cy="369328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国内现状</a:t>
              </a:r>
            </a:p>
          </p:txBody>
        </p:sp>
      </p:grpSp>
      <p:sp>
        <p:nvSpPr>
          <p:cNvPr id="21" name="淘宝-想搞设计PPT(倒卖必究)-21"/>
          <p:cNvSpPr/>
          <p:nvPr/>
        </p:nvSpPr>
        <p:spPr>
          <a:xfrm>
            <a:off x="7392255" y="2388525"/>
            <a:ext cx="4055874" cy="1384990"/>
          </a:xfrm>
          <a:prstGeom prst="rect">
            <a:avLst/>
          </a:prstGeom>
        </p:spPr>
        <p:txBody>
          <a:bodyPr wrap="square" lIns="91436" tIns="45718" rIns="91436" bIns="45718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论文就是用来进行科学研究和描述科研成果的文章，简称之为论文。它既是探讨问题进行科学研究的一种手段，又是描述科研成果进行学术交流的一种工具。</a:t>
            </a:r>
            <a:endParaRPr lang="en-US" altLang="zh-CN" sz="14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7507309" y="4052987"/>
            <a:ext cx="3940819" cy="369328"/>
            <a:chOff x="7797588" y="2232931"/>
            <a:chExt cx="3480011" cy="369328"/>
          </a:xfrm>
        </p:grpSpPr>
        <p:sp>
          <p:nvSpPr>
            <p:cNvPr id="23" name="淘宝-想搞设计PPT(倒卖必究)-23"/>
            <p:cNvSpPr/>
            <p:nvPr/>
          </p:nvSpPr>
          <p:spPr>
            <a:xfrm>
              <a:off x="7797588" y="2232931"/>
              <a:ext cx="3480011" cy="360000"/>
            </a:xfrm>
            <a:prstGeom prst="rect">
              <a:avLst/>
            </a:prstGeom>
            <a:solidFill>
              <a:srgbClr val="9516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淘宝-想搞设计PPT(倒卖必究)-24"/>
            <p:cNvSpPr txBox="1"/>
            <p:nvPr/>
          </p:nvSpPr>
          <p:spPr>
            <a:xfrm>
              <a:off x="7797588" y="2232931"/>
              <a:ext cx="978429" cy="369328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国外现状</a:t>
              </a:r>
            </a:p>
          </p:txBody>
        </p:sp>
      </p:grpSp>
      <p:sp>
        <p:nvSpPr>
          <p:cNvPr id="25" name="淘宝-想搞设计PPT(倒卖必究)-25"/>
          <p:cNvSpPr/>
          <p:nvPr/>
        </p:nvSpPr>
        <p:spPr>
          <a:xfrm>
            <a:off x="7392256" y="4597993"/>
            <a:ext cx="4055875" cy="1384990"/>
          </a:xfrm>
          <a:prstGeom prst="rect">
            <a:avLst/>
          </a:prstGeom>
        </p:spPr>
        <p:txBody>
          <a:bodyPr wrap="square" lIns="91436" tIns="45718" rIns="91436" bIns="45718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论文就是用来进行科学研究和描述科研成果的文章，简称之为论文。它既是探讨问题进行科学研究的一种手段，又是描述科研成果进行学术交流的一种工具。</a:t>
            </a:r>
            <a:endParaRPr lang="en-US" altLang="zh-CN" sz="14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5" name="Picture 34" descr="合肥工业大学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7851" y="6221713"/>
            <a:ext cx="1835216" cy="435325"/>
          </a:xfrm>
          <a:prstGeom prst="rect">
            <a:avLst/>
          </a:prstGeom>
        </p:spPr>
      </p:pic>
      <p:pic>
        <p:nvPicPr>
          <p:cNvPr id="36" name="Picture 35" descr="666f356a68377783180dd31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451" y="944491"/>
            <a:ext cx="4243536" cy="5658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47502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0">
        <p15:prstTrans prst="pageCurlDouble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1" grpId="0"/>
      <p:bldP spid="2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-254000" y="201683"/>
            <a:ext cx="898070" cy="523220"/>
            <a:chOff x="-254000" y="201683"/>
            <a:chExt cx="898070" cy="523220"/>
          </a:xfrm>
        </p:grpSpPr>
        <p:sp>
          <p:nvSpPr>
            <p:cNvPr id="5" name="淘宝-想搞设计PPT(倒卖必究)-5"/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9516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淘宝-想搞设计PPT(倒卖必究)-6"/>
            <p:cNvSpPr txBox="1"/>
            <p:nvPr/>
          </p:nvSpPr>
          <p:spPr>
            <a:xfrm>
              <a:off x="65706" y="201683"/>
              <a:ext cx="4676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" name="淘宝-想搞设计PPT(倒卖必究)-7"/>
          <p:cNvSpPr txBox="1"/>
          <p:nvPr/>
        </p:nvSpPr>
        <p:spPr>
          <a:xfrm>
            <a:off x="701167" y="144940"/>
            <a:ext cx="1826133" cy="58477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</a:p>
        </p:txBody>
      </p:sp>
      <p:grpSp>
        <p:nvGrpSpPr>
          <p:cNvPr id="30" name="组合 29"/>
          <p:cNvGrpSpPr/>
          <p:nvPr/>
        </p:nvGrpSpPr>
        <p:grpSpPr>
          <a:xfrm>
            <a:off x="2584397" y="217491"/>
            <a:ext cx="10096500" cy="439541"/>
            <a:chOff x="2584397" y="217491"/>
            <a:chExt cx="10096500" cy="439541"/>
          </a:xfrm>
        </p:grpSpPr>
        <p:sp>
          <p:nvSpPr>
            <p:cNvPr id="4" name="淘宝-想搞设计PPT(倒卖必究)-4"/>
            <p:cNvSpPr/>
            <p:nvPr/>
          </p:nvSpPr>
          <p:spPr>
            <a:xfrm>
              <a:off x="2584397" y="217491"/>
              <a:ext cx="10083800" cy="328609"/>
            </a:xfrm>
            <a:prstGeom prst="roundRect">
              <a:avLst>
                <a:gd name="adj" fmla="val 50000"/>
              </a:avLst>
            </a:prstGeom>
            <a:solidFill>
              <a:srgbClr val="9516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淘宝-想搞设计PPT(倒卖必究)-8"/>
            <p:cNvSpPr/>
            <p:nvPr/>
          </p:nvSpPr>
          <p:spPr>
            <a:xfrm flipV="1">
              <a:off x="2597097" y="621032"/>
              <a:ext cx="10083800" cy="36000"/>
            </a:xfrm>
            <a:prstGeom prst="roundRect">
              <a:avLst>
                <a:gd name="adj" fmla="val 50000"/>
              </a:avLst>
            </a:prstGeom>
            <a:solidFill>
              <a:srgbClr val="9516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淘宝-想搞设计PPT(倒卖必究)-9"/>
            <p:cNvSpPr/>
            <p:nvPr/>
          </p:nvSpPr>
          <p:spPr>
            <a:xfrm>
              <a:off x="2609797" y="239783"/>
              <a:ext cx="2198222" cy="276995"/>
            </a:xfrm>
            <a:prstGeom prst="rect">
              <a:avLst/>
            </a:prstGeom>
          </p:spPr>
          <p:txBody>
            <a:bodyPr wrap="none" lIns="91436" tIns="45718" rIns="91436" bIns="45718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RESEARCH BACKGROUNDS</a:t>
              </a:r>
            </a:p>
          </p:txBody>
        </p:sp>
      </p:grpSp>
      <p:cxnSp>
        <p:nvCxnSpPr>
          <p:cNvPr id="22" name="淘宝-想搞设计PPT(倒卖必究)-22"/>
          <p:cNvCxnSpPr/>
          <p:nvPr/>
        </p:nvCxnSpPr>
        <p:spPr>
          <a:xfrm>
            <a:off x="1096189" y="3204434"/>
            <a:ext cx="304247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0" name="组合 59"/>
          <p:cNvGrpSpPr/>
          <p:nvPr/>
        </p:nvGrpSpPr>
        <p:grpSpPr>
          <a:xfrm>
            <a:off x="969248" y="1901797"/>
            <a:ext cx="981351" cy="341845"/>
            <a:chOff x="969248" y="1901797"/>
            <a:chExt cx="981351" cy="341845"/>
          </a:xfrm>
        </p:grpSpPr>
        <p:sp>
          <p:nvSpPr>
            <p:cNvPr id="2" name="淘宝-想搞设计PPT(倒卖必究)-2"/>
            <p:cNvSpPr/>
            <p:nvPr/>
          </p:nvSpPr>
          <p:spPr>
            <a:xfrm>
              <a:off x="987574" y="1908513"/>
              <a:ext cx="963025" cy="335129"/>
            </a:xfrm>
            <a:prstGeom prst="rect">
              <a:avLst/>
            </a:prstGeom>
            <a:solidFill>
              <a:srgbClr val="9516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淘宝-想搞设计PPT(倒卖必究)-31"/>
            <p:cNvSpPr txBox="1"/>
            <p:nvPr/>
          </p:nvSpPr>
          <p:spPr>
            <a:xfrm>
              <a:off x="969248" y="1901797"/>
              <a:ext cx="981351" cy="338550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/>
            <a:p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关键词 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6" name="淘宝-想搞设计PPT(倒卖必究)-36"/>
          <p:cNvSpPr/>
          <p:nvPr/>
        </p:nvSpPr>
        <p:spPr>
          <a:xfrm>
            <a:off x="969248" y="2268423"/>
            <a:ext cx="2865891" cy="738660"/>
          </a:xfrm>
          <a:prstGeom prst="rect">
            <a:avLst/>
          </a:prstGeom>
        </p:spPr>
        <p:txBody>
          <a:bodyPr wrap="square" lIns="91436" tIns="45718" rIns="91436" bIns="45718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论文就是用来进行科学研究和描述科研成果的文章，简称之为论文。</a:t>
            </a:r>
            <a:endParaRPr lang="en-US" altLang="zh-CN" sz="14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5" name="淘宝-想搞设计PPT(倒卖必究)-25"/>
          <p:cNvCxnSpPr/>
          <p:nvPr/>
        </p:nvCxnSpPr>
        <p:spPr>
          <a:xfrm>
            <a:off x="1101717" y="5588156"/>
            <a:ext cx="313634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2" name="组合 61"/>
          <p:cNvGrpSpPr/>
          <p:nvPr/>
        </p:nvGrpSpPr>
        <p:grpSpPr>
          <a:xfrm>
            <a:off x="987573" y="4363538"/>
            <a:ext cx="981352" cy="339298"/>
            <a:chOff x="987573" y="4363538"/>
            <a:chExt cx="981352" cy="339298"/>
          </a:xfrm>
        </p:grpSpPr>
        <p:sp>
          <p:nvSpPr>
            <p:cNvPr id="41" name="淘宝-想搞设计PPT(倒卖必究)-41"/>
            <p:cNvSpPr/>
            <p:nvPr/>
          </p:nvSpPr>
          <p:spPr>
            <a:xfrm>
              <a:off x="987573" y="4367707"/>
              <a:ext cx="963025" cy="335129"/>
            </a:xfrm>
            <a:prstGeom prst="rect">
              <a:avLst/>
            </a:prstGeom>
            <a:solidFill>
              <a:srgbClr val="9516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淘宝-想搞设计PPT(倒卖必究)-32"/>
            <p:cNvSpPr txBox="1"/>
            <p:nvPr/>
          </p:nvSpPr>
          <p:spPr>
            <a:xfrm>
              <a:off x="987574" y="4363538"/>
              <a:ext cx="981351" cy="338550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/>
            <a:p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关键词 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7" name="淘宝-想搞设计PPT(倒卖必究)-37"/>
          <p:cNvSpPr/>
          <p:nvPr/>
        </p:nvSpPr>
        <p:spPr>
          <a:xfrm>
            <a:off x="970540" y="4730165"/>
            <a:ext cx="2916933" cy="738660"/>
          </a:xfrm>
          <a:prstGeom prst="rect">
            <a:avLst/>
          </a:prstGeom>
        </p:spPr>
        <p:txBody>
          <a:bodyPr wrap="square" lIns="91436" tIns="45718" rIns="91436" bIns="45718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论文就是用来进行科学研究和描述科研成果的文章，简称之为论文。</a:t>
            </a:r>
            <a:endParaRPr lang="en-US" altLang="zh-CN" sz="14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4" name="淘宝-想搞设计PPT(倒卖必究)-24"/>
          <p:cNvCxnSpPr/>
          <p:nvPr/>
        </p:nvCxnSpPr>
        <p:spPr>
          <a:xfrm>
            <a:off x="7818649" y="3204434"/>
            <a:ext cx="320919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3" name="组合 62"/>
          <p:cNvGrpSpPr/>
          <p:nvPr/>
        </p:nvGrpSpPr>
        <p:grpSpPr>
          <a:xfrm>
            <a:off x="8290233" y="1896790"/>
            <a:ext cx="985680" cy="346852"/>
            <a:chOff x="8290233" y="1896790"/>
            <a:chExt cx="985680" cy="346852"/>
          </a:xfrm>
        </p:grpSpPr>
        <p:sp>
          <p:nvSpPr>
            <p:cNvPr id="40" name="淘宝-想搞设计PPT(倒卖必究)-40"/>
            <p:cNvSpPr/>
            <p:nvPr/>
          </p:nvSpPr>
          <p:spPr>
            <a:xfrm>
              <a:off x="8312888" y="1908513"/>
              <a:ext cx="963025" cy="335129"/>
            </a:xfrm>
            <a:prstGeom prst="rect">
              <a:avLst/>
            </a:prstGeom>
            <a:solidFill>
              <a:srgbClr val="9516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淘宝-想搞设计PPT(倒卖必究)-33"/>
            <p:cNvSpPr txBox="1"/>
            <p:nvPr/>
          </p:nvSpPr>
          <p:spPr>
            <a:xfrm>
              <a:off x="8290233" y="1896790"/>
              <a:ext cx="981351" cy="338550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/>
            <a:p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关键词 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8" name="淘宝-想搞设计PPT(倒卖必究)-38"/>
          <p:cNvSpPr/>
          <p:nvPr/>
        </p:nvSpPr>
        <p:spPr>
          <a:xfrm>
            <a:off x="8305819" y="2231919"/>
            <a:ext cx="2916933" cy="738660"/>
          </a:xfrm>
          <a:prstGeom prst="rect">
            <a:avLst/>
          </a:prstGeom>
        </p:spPr>
        <p:txBody>
          <a:bodyPr wrap="square" lIns="91436" tIns="45718" rIns="91436" bIns="45718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论文就是用来进行科学研究和描述科研成果的文章，简称之为论文。</a:t>
            </a:r>
            <a:endParaRPr lang="en-US" altLang="zh-CN" sz="14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6" name="淘宝-想搞设计PPT(倒卖必究)-26"/>
          <p:cNvCxnSpPr/>
          <p:nvPr/>
        </p:nvCxnSpPr>
        <p:spPr>
          <a:xfrm>
            <a:off x="7818649" y="5588156"/>
            <a:ext cx="321433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1" name="组合 60"/>
          <p:cNvGrpSpPr/>
          <p:nvPr/>
        </p:nvGrpSpPr>
        <p:grpSpPr>
          <a:xfrm>
            <a:off x="8302343" y="4270384"/>
            <a:ext cx="991408" cy="338550"/>
            <a:chOff x="8302343" y="4270384"/>
            <a:chExt cx="991408" cy="338550"/>
          </a:xfrm>
        </p:grpSpPr>
        <p:sp>
          <p:nvSpPr>
            <p:cNvPr id="42" name="淘宝-想搞设计PPT(倒卖必究)-42"/>
            <p:cNvSpPr/>
            <p:nvPr/>
          </p:nvSpPr>
          <p:spPr>
            <a:xfrm>
              <a:off x="8302343" y="4273805"/>
              <a:ext cx="963025" cy="335129"/>
            </a:xfrm>
            <a:prstGeom prst="rect">
              <a:avLst/>
            </a:prstGeom>
            <a:solidFill>
              <a:srgbClr val="9516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淘宝-想搞设计PPT(倒卖必究)-35"/>
            <p:cNvSpPr txBox="1"/>
            <p:nvPr/>
          </p:nvSpPr>
          <p:spPr>
            <a:xfrm>
              <a:off x="8312400" y="4270384"/>
              <a:ext cx="981351" cy="338550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/>
            <a:p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关键词 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9" name="淘宝-想搞设计PPT(倒卖必究)-39"/>
          <p:cNvSpPr/>
          <p:nvPr/>
        </p:nvSpPr>
        <p:spPr>
          <a:xfrm>
            <a:off x="8305819" y="4624601"/>
            <a:ext cx="2916933" cy="738660"/>
          </a:xfrm>
          <a:prstGeom prst="rect">
            <a:avLst/>
          </a:prstGeom>
        </p:spPr>
        <p:txBody>
          <a:bodyPr wrap="square" lIns="91436" tIns="45718" rIns="91436" bIns="45718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论文就是用来进行科学研究和描述科研成果的文章，简称之为论文。</a:t>
            </a:r>
            <a:endParaRPr lang="en-US" altLang="zh-CN" sz="14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5" name="组合 54"/>
          <p:cNvGrpSpPr/>
          <p:nvPr/>
        </p:nvGrpSpPr>
        <p:grpSpPr>
          <a:xfrm>
            <a:off x="4534687" y="2362199"/>
            <a:ext cx="2987596" cy="2987597"/>
            <a:chOff x="4534687" y="2362199"/>
            <a:chExt cx="2987596" cy="2987597"/>
          </a:xfrm>
        </p:grpSpPr>
        <p:grpSp>
          <p:nvGrpSpPr>
            <p:cNvPr id="20" name="组合 19"/>
            <p:cNvGrpSpPr/>
            <p:nvPr/>
          </p:nvGrpSpPr>
          <p:grpSpPr>
            <a:xfrm rot="1063806">
              <a:off x="4534687" y="2362199"/>
              <a:ext cx="2987596" cy="2987597"/>
              <a:chOff x="3898967" y="2026612"/>
              <a:chExt cx="3958823" cy="3958824"/>
            </a:xfrm>
          </p:grpSpPr>
          <p:grpSp>
            <p:nvGrpSpPr>
              <p:cNvPr id="11" name="Group 4"/>
              <p:cNvGrpSpPr>
                <a:grpSpLocks noChangeAspect="1"/>
              </p:cNvGrpSpPr>
              <p:nvPr/>
            </p:nvGrpSpPr>
            <p:grpSpPr bwMode="auto">
              <a:xfrm>
                <a:off x="3898967" y="2026612"/>
                <a:ext cx="3958823" cy="3958824"/>
                <a:chOff x="3263" y="1579"/>
                <a:chExt cx="1158" cy="1158"/>
              </a:xfrm>
            </p:grpSpPr>
            <p:sp>
              <p:nvSpPr>
                <p:cNvPr id="13" name="淘宝-想搞设计PPT(倒卖必究)-13"/>
                <p:cNvSpPr/>
                <p:nvPr/>
              </p:nvSpPr>
              <p:spPr bwMode="auto">
                <a:xfrm>
                  <a:off x="3263" y="1643"/>
                  <a:ext cx="742" cy="1075"/>
                </a:xfrm>
                <a:custGeom>
                  <a:avLst/>
                  <a:gdLst>
                    <a:gd name="T0" fmla="*/ 36 w 312"/>
                    <a:gd name="T1" fmla="*/ 274 h 452"/>
                    <a:gd name="T2" fmla="*/ 163 w 312"/>
                    <a:gd name="T3" fmla="*/ 3 h 452"/>
                    <a:gd name="T4" fmla="*/ 181 w 312"/>
                    <a:gd name="T5" fmla="*/ 12 h 452"/>
                    <a:gd name="T6" fmla="*/ 244 w 312"/>
                    <a:gd name="T7" fmla="*/ 206 h 452"/>
                    <a:gd name="T8" fmla="*/ 312 w 312"/>
                    <a:gd name="T9" fmla="*/ 415 h 452"/>
                    <a:gd name="T10" fmla="*/ 36 w 312"/>
                    <a:gd name="T11" fmla="*/ 274 h 45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312" h="452">
                      <a:moveTo>
                        <a:pt x="36" y="274"/>
                      </a:moveTo>
                      <a:cubicBezTo>
                        <a:pt x="0" y="164"/>
                        <a:pt x="57" y="45"/>
                        <a:pt x="163" y="3"/>
                      </a:cubicBezTo>
                      <a:cubicBezTo>
                        <a:pt x="171" y="0"/>
                        <a:pt x="179" y="4"/>
                        <a:pt x="181" y="12"/>
                      </a:cubicBezTo>
                      <a:cubicBezTo>
                        <a:pt x="244" y="206"/>
                        <a:pt x="244" y="206"/>
                        <a:pt x="244" y="206"/>
                      </a:cubicBezTo>
                      <a:cubicBezTo>
                        <a:pt x="312" y="415"/>
                        <a:pt x="312" y="415"/>
                        <a:pt x="312" y="415"/>
                      </a:cubicBezTo>
                      <a:cubicBezTo>
                        <a:pt x="197" y="452"/>
                        <a:pt x="74" y="389"/>
                        <a:pt x="36" y="274"/>
                      </a:cubicBez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4" name="淘宝-想搞设计PPT(倒卖必究)-14"/>
                <p:cNvSpPr/>
                <p:nvPr/>
              </p:nvSpPr>
              <p:spPr bwMode="auto">
                <a:xfrm>
                  <a:off x="3271" y="1641"/>
                  <a:ext cx="741" cy="1074"/>
                </a:xfrm>
                <a:custGeom>
                  <a:avLst/>
                  <a:gdLst>
                    <a:gd name="T0" fmla="*/ 35 w 312"/>
                    <a:gd name="T1" fmla="*/ 274 h 452"/>
                    <a:gd name="T2" fmla="*/ 163 w 312"/>
                    <a:gd name="T3" fmla="*/ 3 h 452"/>
                    <a:gd name="T4" fmla="*/ 181 w 312"/>
                    <a:gd name="T5" fmla="*/ 12 h 452"/>
                    <a:gd name="T6" fmla="*/ 244 w 312"/>
                    <a:gd name="T7" fmla="*/ 206 h 452"/>
                    <a:gd name="T8" fmla="*/ 312 w 312"/>
                    <a:gd name="T9" fmla="*/ 415 h 452"/>
                    <a:gd name="T10" fmla="*/ 35 w 312"/>
                    <a:gd name="T11" fmla="*/ 274 h 45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312" h="452">
                      <a:moveTo>
                        <a:pt x="35" y="274"/>
                      </a:moveTo>
                      <a:cubicBezTo>
                        <a:pt x="0" y="164"/>
                        <a:pt x="56" y="46"/>
                        <a:pt x="163" y="3"/>
                      </a:cubicBezTo>
                      <a:cubicBezTo>
                        <a:pt x="170" y="0"/>
                        <a:pt x="178" y="4"/>
                        <a:pt x="181" y="12"/>
                      </a:cubicBezTo>
                      <a:cubicBezTo>
                        <a:pt x="244" y="206"/>
                        <a:pt x="244" y="206"/>
                        <a:pt x="244" y="206"/>
                      </a:cubicBezTo>
                      <a:cubicBezTo>
                        <a:pt x="312" y="415"/>
                        <a:pt x="312" y="415"/>
                        <a:pt x="312" y="415"/>
                      </a:cubicBezTo>
                      <a:cubicBezTo>
                        <a:pt x="196" y="452"/>
                        <a:pt x="73" y="389"/>
                        <a:pt x="35" y="274"/>
                      </a:cubicBez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5" name="淘宝-想搞设计PPT(倒卖必究)-15"/>
                <p:cNvSpPr/>
                <p:nvPr/>
              </p:nvSpPr>
              <p:spPr bwMode="auto">
                <a:xfrm>
                  <a:off x="3328" y="1978"/>
                  <a:ext cx="1072" cy="759"/>
                </a:xfrm>
                <a:custGeom>
                  <a:avLst/>
                  <a:gdLst>
                    <a:gd name="T0" fmla="*/ 278 w 451"/>
                    <a:gd name="T1" fmla="*/ 280 h 319"/>
                    <a:gd name="T2" fmla="*/ 3 w 451"/>
                    <a:gd name="T3" fmla="*/ 161 h 319"/>
                    <a:gd name="T4" fmla="*/ 12 w 451"/>
                    <a:gd name="T5" fmla="*/ 143 h 319"/>
                    <a:gd name="T6" fmla="*/ 410 w 451"/>
                    <a:gd name="T7" fmla="*/ 0 h 319"/>
                    <a:gd name="T8" fmla="*/ 278 w 451"/>
                    <a:gd name="T9" fmla="*/ 280 h 3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1" h="319">
                      <a:moveTo>
                        <a:pt x="278" y="280"/>
                      </a:moveTo>
                      <a:cubicBezTo>
                        <a:pt x="169" y="319"/>
                        <a:pt x="49" y="266"/>
                        <a:pt x="3" y="161"/>
                      </a:cubicBezTo>
                      <a:cubicBezTo>
                        <a:pt x="0" y="154"/>
                        <a:pt x="4" y="146"/>
                        <a:pt x="12" y="143"/>
                      </a:cubicBezTo>
                      <a:cubicBezTo>
                        <a:pt x="410" y="0"/>
                        <a:pt x="410" y="0"/>
                        <a:pt x="410" y="0"/>
                      </a:cubicBezTo>
                      <a:cubicBezTo>
                        <a:pt x="451" y="114"/>
                        <a:pt x="392" y="239"/>
                        <a:pt x="278" y="280"/>
                      </a:cubicBezTo>
                      <a:close/>
                    </a:path>
                  </a:pathLst>
                </a:custGeom>
                <a:solidFill>
                  <a:srgbClr val="95161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6" name="淘宝-想搞设计PPT(倒卖必究)-16"/>
                <p:cNvSpPr/>
                <p:nvPr/>
              </p:nvSpPr>
              <p:spPr bwMode="auto">
                <a:xfrm>
                  <a:off x="3670" y="1591"/>
                  <a:ext cx="751" cy="1074"/>
                </a:xfrm>
                <a:custGeom>
                  <a:avLst/>
                  <a:gdLst>
                    <a:gd name="T0" fmla="*/ 278 w 316"/>
                    <a:gd name="T1" fmla="*/ 176 h 452"/>
                    <a:gd name="T2" fmla="*/ 155 w 316"/>
                    <a:gd name="T3" fmla="*/ 448 h 452"/>
                    <a:gd name="T4" fmla="*/ 137 w 316"/>
                    <a:gd name="T5" fmla="*/ 440 h 452"/>
                    <a:gd name="T6" fmla="*/ 0 w 316"/>
                    <a:gd name="T7" fmla="*/ 39 h 452"/>
                    <a:gd name="T8" fmla="*/ 278 w 316"/>
                    <a:gd name="T9" fmla="*/ 176 h 45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6" h="452">
                      <a:moveTo>
                        <a:pt x="278" y="176"/>
                      </a:moveTo>
                      <a:cubicBezTo>
                        <a:pt x="316" y="286"/>
                        <a:pt x="261" y="405"/>
                        <a:pt x="155" y="448"/>
                      </a:cubicBezTo>
                      <a:cubicBezTo>
                        <a:pt x="147" y="452"/>
                        <a:pt x="139" y="447"/>
                        <a:pt x="137" y="440"/>
                      </a:cubicBezTo>
                      <a:cubicBezTo>
                        <a:pt x="0" y="39"/>
                        <a:pt x="0" y="39"/>
                        <a:pt x="0" y="39"/>
                      </a:cubicBezTo>
                      <a:cubicBezTo>
                        <a:pt x="115" y="0"/>
                        <a:pt x="239" y="61"/>
                        <a:pt x="278" y="176"/>
                      </a:cubicBez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7" name="淘宝-想搞设计PPT(倒卖必究)-17"/>
                <p:cNvSpPr/>
                <p:nvPr/>
              </p:nvSpPr>
              <p:spPr bwMode="auto">
                <a:xfrm>
                  <a:off x="3347" y="1579"/>
                  <a:ext cx="1015" cy="597"/>
                </a:xfrm>
                <a:custGeom>
                  <a:avLst/>
                  <a:gdLst>
                    <a:gd name="T0" fmla="*/ 8 w 427"/>
                    <a:gd name="T1" fmla="*/ 195 h 251"/>
                    <a:gd name="T2" fmla="*/ 151 w 427"/>
                    <a:gd name="T3" fmla="*/ 37 h 251"/>
                    <a:gd name="T4" fmla="*/ 424 w 427"/>
                    <a:gd name="T5" fmla="*/ 161 h 251"/>
                    <a:gd name="T6" fmla="*/ 415 w 427"/>
                    <a:gd name="T7" fmla="*/ 179 h 251"/>
                    <a:gd name="T8" fmla="*/ 221 w 427"/>
                    <a:gd name="T9" fmla="*/ 245 h 251"/>
                    <a:gd name="T10" fmla="*/ 204 w 427"/>
                    <a:gd name="T11" fmla="*/ 251 h 251"/>
                    <a:gd name="T12" fmla="*/ 8 w 427"/>
                    <a:gd name="T13" fmla="*/ 195 h 25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27" h="251">
                      <a:moveTo>
                        <a:pt x="8" y="195"/>
                      </a:moveTo>
                      <a:cubicBezTo>
                        <a:pt x="24" y="124"/>
                        <a:pt x="76" y="63"/>
                        <a:pt x="151" y="37"/>
                      </a:cubicBezTo>
                      <a:cubicBezTo>
                        <a:pt x="261" y="0"/>
                        <a:pt x="380" y="55"/>
                        <a:pt x="424" y="161"/>
                      </a:cubicBezTo>
                      <a:cubicBezTo>
                        <a:pt x="427" y="168"/>
                        <a:pt x="423" y="176"/>
                        <a:pt x="415" y="179"/>
                      </a:cubicBezTo>
                      <a:cubicBezTo>
                        <a:pt x="221" y="245"/>
                        <a:pt x="221" y="245"/>
                        <a:pt x="221" y="245"/>
                      </a:cubicBezTo>
                      <a:cubicBezTo>
                        <a:pt x="204" y="251"/>
                        <a:pt x="204" y="251"/>
                        <a:pt x="204" y="251"/>
                      </a:cubicBezTo>
                      <a:cubicBezTo>
                        <a:pt x="204" y="251"/>
                        <a:pt x="0" y="232"/>
                        <a:pt x="8" y="195"/>
                      </a:cubicBezTo>
                      <a:close/>
                    </a:path>
                  </a:pathLst>
                </a:custGeom>
                <a:solidFill>
                  <a:srgbClr val="95161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8" name="淘宝-想搞设计PPT(倒卖必究)-18"/>
                <p:cNvSpPr/>
                <p:nvPr/>
              </p:nvSpPr>
              <p:spPr bwMode="auto">
                <a:xfrm>
                  <a:off x="3275" y="1653"/>
                  <a:ext cx="580" cy="651"/>
                </a:xfrm>
                <a:custGeom>
                  <a:avLst/>
                  <a:gdLst>
                    <a:gd name="T0" fmla="*/ 35 w 244"/>
                    <a:gd name="T1" fmla="*/ 274 h 274"/>
                    <a:gd name="T2" fmla="*/ 163 w 244"/>
                    <a:gd name="T3" fmla="*/ 3 h 274"/>
                    <a:gd name="T4" fmla="*/ 181 w 244"/>
                    <a:gd name="T5" fmla="*/ 12 h 274"/>
                    <a:gd name="T6" fmla="*/ 244 w 244"/>
                    <a:gd name="T7" fmla="*/ 207 h 274"/>
                    <a:gd name="T8" fmla="*/ 35 w 244"/>
                    <a:gd name="T9" fmla="*/ 274 h 2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4" h="274">
                      <a:moveTo>
                        <a:pt x="35" y="274"/>
                      </a:moveTo>
                      <a:cubicBezTo>
                        <a:pt x="0" y="164"/>
                        <a:pt x="56" y="46"/>
                        <a:pt x="163" y="3"/>
                      </a:cubicBezTo>
                      <a:cubicBezTo>
                        <a:pt x="170" y="0"/>
                        <a:pt x="178" y="4"/>
                        <a:pt x="181" y="12"/>
                      </a:cubicBezTo>
                      <a:cubicBezTo>
                        <a:pt x="244" y="207"/>
                        <a:pt x="244" y="207"/>
                        <a:pt x="244" y="207"/>
                      </a:cubicBezTo>
                      <a:lnTo>
                        <a:pt x="35" y="274"/>
                      </a:ln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19" name="淘宝-想搞设计PPT(倒卖必究)-19"/>
              <p:cNvSpPr/>
              <p:nvPr/>
            </p:nvSpPr>
            <p:spPr>
              <a:xfrm>
                <a:off x="5141370" y="3223846"/>
                <a:ext cx="1499372" cy="149937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6" name="组合 45"/>
            <p:cNvGrpSpPr/>
            <p:nvPr/>
          </p:nvGrpSpPr>
          <p:grpSpPr>
            <a:xfrm>
              <a:off x="5182246" y="3017901"/>
              <a:ext cx="1720686" cy="1632816"/>
              <a:chOff x="5182246" y="3017901"/>
              <a:chExt cx="1720686" cy="1632816"/>
            </a:xfrm>
          </p:grpSpPr>
          <p:sp>
            <p:nvSpPr>
              <p:cNvPr id="21" name="淘宝-想搞设计PPT(倒卖必究)-21"/>
              <p:cNvSpPr txBox="1"/>
              <p:nvPr/>
            </p:nvSpPr>
            <p:spPr>
              <a:xfrm>
                <a:off x="5711833" y="3515235"/>
                <a:ext cx="674356" cy="646327"/>
              </a:xfrm>
              <a:prstGeom prst="rect">
                <a:avLst/>
              </a:prstGeom>
              <a:noFill/>
            </p:spPr>
            <p:txBody>
              <a:bodyPr wrap="square" lIns="91436" tIns="45718" rIns="91436" bIns="45718" rtlCol="0">
                <a:spAutoFit/>
              </a:bodyPr>
              <a:lstStyle/>
              <a:p>
                <a:r>
                  <a:rPr lang="zh-CN" altLang="en-US" b="1" dirty="0">
                    <a:solidFill>
                      <a:srgbClr val="95161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研究意义</a:t>
                </a:r>
              </a:p>
            </p:txBody>
          </p:sp>
          <p:grpSp>
            <p:nvGrpSpPr>
              <p:cNvPr id="10" name="Group 4"/>
              <p:cNvGrpSpPr>
                <a:grpSpLocks noChangeAspect="1"/>
              </p:cNvGrpSpPr>
              <p:nvPr/>
            </p:nvGrpSpPr>
            <p:grpSpPr bwMode="auto">
              <a:xfrm>
                <a:off x="5198320" y="3017901"/>
                <a:ext cx="398696" cy="373066"/>
                <a:chOff x="3560" y="1898"/>
                <a:chExt cx="560" cy="524"/>
              </a:xfrm>
            </p:grpSpPr>
            <p:sp>
              <p:nvSpPr>
                <p:cNvPr id="12" name="淘宝-想搞设计PPT(倒卖必究)-12"/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3560" y="1898"/>
                  <a:ext cx="560" cy="52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3" name="淘宝-想搞设计PPT(倒卖必究)-23"/>
                <p:cNvSpPr/>
                <p:nvPr/>
              </p:nvSpPr>
              <p:spPr bwMode="auto">
                <a:xfrm>
                  <a:off x="3826" y="1979"/>
                  <a:ext cx="296" cy="180"/>
                </a:xfrm>
                <a:custGeom>
                  <a:avLst/>
                  <a:gdLst>
                    <a:gd name="T0" fmla="*/ 296 w 296"/>
                    <a:gd name="T1" fmla="*/ 0 h 180"/>
                    <a:gd name="T2" fmla="*/ 24 w 296"/>
                    <a:gd name="T3" fmla="*/ 0 h 180"/>
                    <a:gd name="T4" fmla="*/ 24 w 296"/>
                    <a:gd name="T5" fmla="*/ 53 h 180"/>
                    <a:gd name="T6" fmla="*/ 0 w 296"/>
                    <a:gd name="T7" fmla="*/ 53 h 180"/>
                    <a:gd name="T8" fmla="*/ 0 w 296"/>
                    <a:gd name="T9" fmla="*/ 130 h 180"/>
                    <a:gd name="T10" fmla="*/ 24 w 296"/>
                    <a:gd name="T11" fmla="*/ 130 h 180"/>
                    <a:gd name="T12" fmla="*/ 24 w 296"/>
                    <a:gd name="T13" fmla="*/ 180 h 180"/>
                    <a:gd name="T14" fmla="*/ 296 w 296"/>
                    <a:gd name="T15" fmla="*/ 180 h 180"/>
                    <a:gd name="T16" fmla="*/ 296 w 296"/>
                    <a:gd name="T17" fmla="*/ 0 h 1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296" h="180">
                      <a:moveTo>
                        <a:pt x="296" y="0"/>
                      </a:moveTo>
                      <a:lnTo>
                        <a:pt x="24" y="0"/>
                      </a:lnTo>
                      <a:lnTo>
                        <a:pt x="24" y="53"/>
                      </a:lnTo>
                      <a:lnTo>
                        <a:pt x="0" y="53"/>
                      </a:lnTo>
                      <a:lnTo>
                        <a:pt x="0" y="130"/>
                      </a:lnTo>
                      <a:lnTo>
                        <a:pt x="24" y="130"/>
                      </a:lnTo>
                      <a:lnTo>
                        <a:pt x="24" y="180"/>
                      </a:lnTo>
                      <a:lnTo>
                        <a:pt x="296" y="180"/>
                      </a:lnTo>
                      <a:lnTo>
                        <a:pt x="296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" name="淘宝-想搞设计PPT(倒卖必究)-27"/>
                <p:cNvSpPr>
                  <a:spLocks noChangeArrowheads="1"/>
                </p:cNvSpPr>
                <p:nvPr/>
              </p:nvSpPr>
              <p:spPr bwMode="auto">
                <a:xfrm>
                  <a:off x="3591" y="1900"/>
                  <a:ext cx="43" cy="24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8" name="淘宝-想搞设计PPT(倒卖必究)-28"/>
                <p:cNvSpPr>
                  <a:spLocks noChangeArrowheads="1"/>
                </p:cNvSpPr>
                <p:nvPr/>
              </p:nvSpPr>
              <p:spPr bwMode="auto">
                <a:xfrm>
                  <a:off x="3641" y="2013"/>
                  <a:ext cx="94" cy="96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" name="淘宝-想搞设计PPT(倒卖必究)-29"/>
                <p:cNvSpPr>
                  <a:spLocks noEditPoints="1"/>
                </p:cNvSpPr>
                <p:nvPr/>
              </p:nvSpPr>
              <p:spPr bwMode="auto">
                <a:xfrm>
                  <a:off x="3562" y="1941"/>
                  <a:ext cx="249" cy="479"/>
                </a:xfrm>
                <a:custGeom>
                  <a:avLst/>
                  <a:gdLst>
                    <a:gd name="T0" fmla="*/ 0 w 104"/>
                    <a:gd name="T1" fmla="*/ 200 h 200"/>
                    <a:gd name="T2" fmla="*/ 104 w 104"/>
                    <a:gd name="T3" fmla="*/ 200 h 200"/>
                    <a:gd name="T4" fmla="*/ 104 w 104"/>
                    <a:gd name="T5" fmla="*/ 70 h 200"/>
                    <a:gd name="T6" fmla="*/ 104 w 104"/>
                    <a:gd name="T7" fmla="*/ 38 h 200"/>
                    <a:gd name="T8" fmla="*/ 104 w 104"/>
                    <a:gd name="T9" fmla="*/ 0 h 200"/>
                    <a:gd name="T10" fmla="*/ 0 w 104"/>
                    <a:gd name="T11" fmla="*/ 0 h 200"/>
                    <a:gd name="T12" fmla="*/ 0 w 104"/>
                    <a:gd name="T13" fmla="*/ 200 h 200"/>
                    <a:gd name="T14" fmla="*/ 52 w 104"/>
                    <a:gd name="T15" fmla="*/ 10 h 200"/>
                    <a:gd name="T16" fmla="*/ 92 w 104"/>
                    <a:gd name="T17" fmla="*/ 50 h 200"/>
                    <a:gd name="T18" fmla="*/ 52 w 104"/>
                    <a:gd name="T19" fmla="*/ 90 h 200"/>
                    <a:gd name="T20" fmla="*/ 13 w 104"/>
                    <a:gd name="T21" fmla="*/ 50 h 200"/>
                    <a:gd name="T22" fmla="*/ 52 w 104"/>
                    <a:gd name="T23" fmla="*/ 10 h 2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104" h="200">
                      <a:moveTo>
                        <a:pt x="0" y="200"/>
                      </a:moveTo>
                      <a:cubicBezTo>
                        <a:pt x="104" y="200"/>
                        <a:pt x="104" y="200"/>
                        <a:pt x="104" y="200"/>
                      </a:cubicBezTo>
                      <a:cubicBezTo>
                        <a:pt x="104" y="70"/>
                        <a:pt x="104" y="70"/>
                        <a:pt x="104" y="70"/>
                      </a:cubicBezTo>
                      <a:cubicBezTo>
                        <a:pt x="104" y="38"/>
                        <a:pt x="104" y="38"/>
                        <a:pt x="104" y="38"/>
                      </a:cubicBezTo>
                      <a:cubicBezTo>
                        <a:pt x="104" y="0"/>
                        <a:pt x="104" y="0"/>
                        <a:pt x="104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lnTo>
                        <a:pt x="0" y="200"/>
                      </a:lnTo>
                      <a:close/>
                      <a:moveTo>
                        <a:pt x="52" y="10"/>
                      </a:moveTo>
                      <a:cubicBezTo>
                        <a:pt x="74" y="10"/>
                        <a:pt x="92" y="28"/>
                        <a:pt x="92" y="50"/>
                      </a:cubicBezTo>
                      <a:cubicBezTo>
                        <a:pt x="92" y="72"/>
                        <a:pt x="74" y="90"/>
                        <a:pt x="52" y="90"/>
                      </a:cubicBezTo>
                      <a:cubicBezTo>
                        <a:pt x="31" y="90"/>
                        <a:pt x="13" y="72"/>
                        <a:pt x="13" y="50"/>
                      </a:cubicBezTo>
                      <a:cubicBezTo>
                        <a:pt x="13" y="28"/>
                        <a:pt x="31" y="10"/>
                        <a:pt x="52" y="10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4" name="Group 11"/>
              <p:cNvGrpSpPr>
                <a:grpSpLocks noChangeAspect="1"/>
              </p:cNvGrpSpPr>
              <p:nvPr/>
            </p:nvGrpSpPr>
            <p:grpSpPr bwMode="auto">
              <a:xfrm>
                <a:off x="6476305" y="3017901"/>
                <a:ext cx="426627" cy="426627"/>
                <a:chOff x="3564" y="1884"/>
                <a:chExt cx="552" cy="552"/>
              </a:xfrm>
            </p:grpSpPr>
            <p:sp>
              <p:nvSpPr>
                <p:cNvPr id="43" name="淘宝-想搞设计PPT(倒卖必究)-43"/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3564" y="1884"/>
                  <a:ext cx="552" cy="5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4" name="淘宝-想搞设计PPT(倒卖必究)-44"/>
                <p:cNvSpPr/>
                <p:nvPr/>
              </p:nvSpPr>
              <p:spPr bwMode="auto">
                <a:xfrm>
                  <a:off x="3566" y="1884"/>
                  <a:ext cx="552" cy="552"/>
                </a:xfrm>
                <a:custGeom>
                  <a:avLst/>
                  <a:gdLst>
                    <a:gd name="T0" fmla="*/ 41 w 231"/>
                    <a:gd name="T1" fmla="*/ 148 h 231"/>
                    <a:gd name="T2" fmla="*/ 83 w 231"/>
                    <a:gd name="T3" fmla="*/ 148 h 231"/>
                    <a:gd name="T4" fmla="*/ 83 w 231"/>
                    <a:gd name="T5" fmla="*/ 190 h 231"/>
                    <a:gd name="T6" fmla="*/ 78 w 231"/>
                    <a:gd name="T7" fmla="*/ 193 h 231"/>
                    <a:gd name="T8" fmla="*/ 115 w 231"/>
                    <a:gd name="T9" fmla="*/ 231 h 231"/>
                    <a:gd name="T10" fmla="*/ 153 w 231"/>
                    <a:gd name="T11" fmla="*/ 193 h 231"/>
                    <a:gd name="T12" fmla="*/ 148 w 231"/>
                    <a:gd name="T13" fmla="*/ 190 h 231"/>
                    <a:gd name="T14" fmla="*/ 148 w 231"/>
                    <a:gd name="T15" fmla="*/ 148 h 231"/>
                    <a:gd name="T16" fmla="*/ 190 w 231"/>
                    <a:gd name="T17" fmla="*/ 148 h 231"/>
                    <a:gd name="T18" fmla="*/ 194 w 231"/>
                    <a:gd name="T19" fmla="*/ 152 h 231"/>
                    <a:gd name="T20" fmla="*/ 231 w 231"/>
                    <a:gd name="T21" fmla="*/ 115 h 231"/>
                    <a:gd name="T22" fmla="*/ 194 w 231"/>
                    <a:gd name="T23" fmla="*/ 78 h 231"/>
                    <a:gd name="T24" fmla="*/ 198 w 231"/>
                    <a:gd name="T25" fmla="*/ 74 h 231"/>
                    <a:gd name="T26" fmla="*/ 198 w 231"/>
                    <a:gd name="T27" fmla="*/ 32 h 231"/>
                    <a:gd name="T28" fmla="*/ 157 w 231"/>
                    <a:gd name="T29" fmla="*/ 32 h 231"/>
                    <a:gd name="T30" fmla="*/ 153 w 231"/>
                    <a:gd name="T31" fmla="*/ 37 h 231"/>
                    <a:gd name="T32" fmla="*/ 115 w 231"/>
                    <a:gd name="T33" fmla="*/ 0 h 231"/>
                    <a:gd name="T34" fmla="*/ 78 w 231"/>
                    <a:gd name="T35" fmla="*/ 37 h 231"/>
                    <a:gd name="T36" fmla="*/ 74 w 231"/>
                    <a:gd name="T37" fmla="*/ 32 h 231"/>
                    <a:gd name="T38" fmla="*/ 32 w 231"/>
                    <a:gd name="T39" fmla="*/ 32 h 231"/>
                    <a:gd name="T40" fmla="*/ 32 w 231"/>
                    <a:gd name="T41" fmla="*/ 74 h 231"/>
                    <a:gd name="T42" fmla="*/ 37 w 231"/>
                    <a:gd name="T43" fmla="*/ 78 h 231"/>
                    <a:gd name="T44" fmla="*/ 0 w 231"/>
                    <a:gd name="T45" fmla="*/ 115 h 231"/>
                    <a:gd name="T46" fmla="*/ 37 w 231"/>
                    <a:gd name="T47" fmla="*/ 152 h 231"/>
                    <a:gd name="T48" fmla="*/ 41 w 231"/>
                    <a:gd name="T49" fmla="*/ 148 h 2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</a:cxnLst>
                  <a:rect l="0" t="0" r="r" b="b"/>
                  <a:pathLst>
                    <a:path w="231" h="231">
                      <a:moveTo>
                        <a:pt x="41" y="148"/>
                      </a:moveTo>
                      <a:cubicBezTo>
                        <a:pt x="53" y="136"/>
                        <a:pt x="71" y="136"/>
                        <a:pt x="83" y="148"/>
                      </a:cubicBezTo>
                      <a:cubicBezTo>
                        <a:pt x="95" y="159"/>
                        <a:pt x="95" y="178"/>
                        <a:pt x="83" y="190"/>
                      </a:cubicBezTo>
                      <a:cubicBezTo>
                        <a:pt x="82" y="191"/>
                        <a:pt x="80" y="192"/>
                        <a:pt x="78" y="193"/>
                      </a:cubicBezTo>
                      <a:cubicBezTo>
                        <a:pt x="115" y="231"/>
                        <a:pt x="115" y="231"/>
                        <a:pt x="115" y="231"/>
                      </a:cubicBezTo>
                      <a:cubicBezTo>
                        <a:pt x="153" y="193"/>
                        <a:pt x="153" y="193"/>
                        <a:pt x="153" y="193"/>
                      </a:cubicBezTo>
                      <a:cubicBezTo>
                        <a:pt x="151" y="192"/>
                        <a:pt x="149" y="191"/>
                        <a:pt x="148" y="190"/>
                      </a:cubicBezTo>
                      <a:cubicBezTo>
                        <a:pt x="136" y="178"/>
                        <a:pt x="136" y="159"/>
                        <a:pt x="148" y="148"/>
                      </a:cubicBezTo>
                      <a:cubicBezTo>
                        <a:pt x="159" y="136"/>
                        <a:pt x="178" y="136"/>
                        <a:pt x="190" y="148"/>
                      </a:cubicBezTo>
                      <a:cubicBezTo>
                        <a:pt x="191" y="149"/>
                        <a:pt x="193" y="151"/>
                        <a:pt x="194" y="152"/>
                      </a:cubicBezTo>
                      <a:cubicBezTo>
                        <a:pt x="231" y="115"/>
                        <a:pt x="231" y="115"/>
                        <a:pt x="231" y="115"/>
                      </a:cubicBezTo>
                      <a:cubicBezTo>
                        <a:pt x="194" y="78"/>
                        <a:pt x="194" y="78"/>
                        <a:pt x="194" y="78"/>
                      </a:cubicBezTo>
                      <a:cubicBezTo>
                        <a:pt x="195" y="77"/>
                        <a:pt x="197" y="76"/>
                        <a:pt x="198" y="74"/>
                      </a:cubicBezTo>
                      <a:cubicBezTo>
                        <a:pt x="210" y="63"/>
                        <a:pt x="210" y="44"/>
                        <a:pt x="198" y="32"/>
                      </a:cubicBezTo>
                      <a:cubicBezTo>
                        <a:pt x="187" y="21"/>
                        <a:pt x="168" y="21"/>
                        <a:pt x="157" y="32"/>
                      </a:cubicBezTo>
                      <a:cubicBezTo>
                        <a:pt x="155" y="34"/>
                        <a:pt x="154" y="35"/>
                        <a:pt x="153" y="37"/>
                      </a:cubicBezTo>
                      <a:cubicBezTo>
                        <a:pt x="115" y="0"/>
                        <a:pt x="115" y="0"/>
                        <a:pt x="115" y="0"/>
                      </a:cubicBezTo>
                      <a:cubicBezTo>
                        <a:pt x="78" y="37"/>
                        <a:pt x="78" y="37"/>
                        <a:pt x="78" y="37"/>
                      </a:cubicBezTo>
                      <a:cubicBezTo>
                        <a:pt x="77" y="35"/>
                        <a:pt x="76" y="34"/>
                        <a:pt x="74" y="32"/>
                      </a:cubicBezTo>
                      <a:cubicBezTo>
                        <a:pt x="63" y="21"/>
                        <a:pt x="44" y="21"/>
                        <a:pt x="32" y="32"/>
                      </a:cubicBezTo>
                      <a:cubicBezTo>
                        <a:pt x="21" y="44"/>
                        <a:pt x="21" y="63"/>
                        <a:pt x="32" y="74"/>
                      </a:cubicBezTo>
                      <a:cubicBezTo>
                        <a:pt x="34" y="76"/>
                        <a:pt x="35" y="77"/>
                        <a:pt x="37" y="78"/>
                      </a:cubicBezTo>
                      <a:cubicBezTo>
                        <a:pt x="0" y="115"/>
                        <a:pt x="0" y="115"/>
                        <a:pt x="0" y="115"/>
                      </a:cubicBezTo>
                      <a:cubicBezTo>
                        <a:pt x="37" y="152"/>
                        <a:pt x="37" y="152"/>
                        <a:pt x="37" y="152"/>
                      </a:cubicBezTo>
                      <a:cubicBezTo>
                        <a:pt x="38" y="151"/>
                        <a:pt x="40" y="149"/>
                        <a:pt x="41" y="148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8" name="Group 15"/>
              <p:cNvGrpSpPr>
                <a:grpSpLocks noChangeAspect="1"/>
              </p:cNvGrpSpPr>
              <p:nvPr/>
            </p:nvGrpSpPr>
            <p:grpSpPr bwMode="auto">
              <a:xfrm>
                <a:off x="5182246" y="4297171"/>
                <a:ext cx="389550" cy="348169"/>
                <a:chOff x="3567" y="1916"/>
                <a:chExt cx="546" cy="488"/>
              </a:xfrm>
            </p:grpSpPr>
            <p:sp>
              <p:nvSpPr>
                <p:cNvPr id="49" name="淘宝-想搞设计PPT(倒卖必究)-49"/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3567" y="1916"/>
                  <a:ext cx="546" cy="4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2" name="淘宝-想搞设计PPT(倒卖必究)-52"/>
                <p:cNvSpPr/>
                <p:nvPr/>
              </p:nvSpPr>
              <p:spPr bwMode="auto">
                <a:xfrm>
                  <a:off x="3567" y="2311"/>
                  <a:ext cx="548" cy="91"/>
                </a:xfrm>
                <a:custGeom>
                  <a:avLst/>
                  <a:gdLst>
                    <a:gd name="T0" fmla="*/ 131 w 229"/>
                    <a:gd name="T1" fmla="*/ 0 h 38"/>
                    <a:gd name="T2" fmla="*/ 132 w 229"/>
                    <a:gd name="T3" fmla="*/ 3 h 38"/>
                    <a:gd name="T4" fmla="*/ 114 w 229"/>
                    <a:gd name="T5" fmla="*/ 20 h 38"/>
                    <a:gd name="T6" fmla="*/ 97 w 229"/>
                    <a:gd name="T7" fmla="*/ 3 h 38"/>
                    <a:gd name="T8" fmla="*/ 97 w 229"/>
                    <a:gd name="T9" fmla="*/ 0 h 38"/>
                    <a:gd name="T10" fmla="*/ 10 w 229"/>
                    <a:gd name="T11" fmla="*/ 0 h 38"/>
                    <a:gd name="T12" fmla="*/ 0 w 229"/>
                    <a:gd name="T13" fmla="*/ 38 h 38"/>
                    <a:gd name="T14" fmla="*/ 229 w 229"/>
                    <a:gd name="T15" fmla="*/ 38 h 38"/>
                    <a:gd name="T16" fmla="*/ 219 w 229"/>
                    <a:gd name="T17" fmla="*/ 0 h 38"/>
                    <a:gd name="T18" fmla="*/ 131 w 229"/>
                    <a:gd name="T19" fmla="*/ 0 h 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29" h="38">
                      <a:moveTo>
                        <a:pt x="131" y="0"/>
                      </a:moveTo>
                      <a:cubicBezTo>
                        <a:pt x="132" y="1"/>
                        <a:pt x="132" y="2"/>
                        <a:pt x="132" y="3"/>
                      </a:cubicBezTo>
                      <a:cubicBezTo>
                        <a:pt x="132" y="12"/>
                        <a:pt x="124" y="20"/>
                        <a:pt x="114" y="20"/>
                      </a:cubicBezTo>
                      <a:cubicBezTo>
                        <a:pt x="105" y="20"/>
                        <a:pt x="97" y="12"/>
                        <a:pt x="97" y="3"/>
                      </a:cubicBezTo>
                      <a:cubicBezTo>
                        <a:pt x="97" y="2"/>
                        <a:pt x="97" y="1"/>
                        <a:pt x="97" y="0"/>
                      </a:cubicBezTo>
                      <a:cubicBezTo>
                        <a:pt x="10" y="0"/>
                        <a:pt x="10" y="0"/>
                        <a:pt x="10" y="0"/>
                      </a:cubicBezTo>
                      <a:cubicBezTo>
                        <a:pt x="0" y="38"/>
                        <a:pt x="0" y="38"/>
                        <a:pt x="0" y="38"/>
                      </a:cubicBezTo>
                      <a:cubicBezTo>
                        <a:pt x="229" y="38"/>
                        <a:pt x="229" y="38"/>
                        <a:pt x="229" y="38"/>
                      </a:cubicBezTo>
                      <a:cubicBezTo>
                        <a:pt x="219" y="0"/>
                        <a:pt x="219" y="0"/>
                        <a:pt x="219" y="0"/>
                      </a:cubicBezTo>
                      <a:lnTo>
                        <a:pt x="131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4" name="淘宝-想搞设计PPT(倒卖必究)-54"/>
                <p:cNvSpPr>
                  <a:spLocks noEditPoints="1"/>
                </p:cNvSpPr>
                <p:nvPr/>
              </p:nvSpPr>
              <p:spPr bwMode="auto">
                <a:xfrm>
                  <a:off x="3567" y="1914"/>
                  <a:ext cx="548" cy="380"/>
                </a:xfrm>
                <a:custGeom>
                  <a:avLst/>
                  <a:gdLst>
                    <a:gd name="T0" fmla="*/ 162 w 229"/>
                    <a:gd name="T1" fmla="*/ 47 h 159"/>
                    <a:gd name="T2" fmla="*/ 162 w 229"/>
                    <a:gd name="T3" fmla="*/ 45 h 159"/>
                    <a:gd name="T4" fmla="*/ 161 w 229"/>
                    <a:gd name="T5" fmla="*/ 41 h 159"/>
                    <a:gd name="T6" fmla="*/ 114 w 229"/>
                    <a:gd name="T7" fmla="*/ 0 h 159"/>
                    <a:gd name="T8" fmla="*/ 67 w 229"/>
                    <a:gd name="T9" fmla="*/ 41 h 159"/>
                    <a:gd name="T10" fmla="*/ 67 w 229"/>
                    <a:gd name="T11" fmla="*/ 45 h 159"/>
                    <a:gd name="T12" fmla="*/ 67 w 229"/>
                    <a:gd name="T13" fmla="*/ 47 h 159"/>
                    <a:gd name="T14" fmla="*/ 29 w 229"/>
                    <a:gd name="T15" fmla="*/ 47 h 159"/>
                    <a:gd name="T16" fmla="*/ 0 w 229"/>
                    <a:gd name="T17" fmla="*/ 159 h 159"/>
                    <a:gd name="T18" fmla="*/ 11 w 229"/>
                    <a:gd name="T19" fmla="*/ 159 h 159"/>
                    <a:gd name="T20" fmla="*/ 100 w 229"/>
                    <a:gd name="T21" fmla="*/ 159 h 159"/>
                    <a:gd name="T22" fmla="*/ 129 w 229"/>
                    <a:gd name="T23" fmla="*/ 159 h 159"/>
                    <a:gd name="T24" fmla="*/ 217 w 229"/>
                    <a:gd name="T25" fmla="*/ 159 h 159"/>
                    <a:gd name="T26" fmla="*/ 229 w 229"/>
                    <a:gd name="T27" fmla="*/ 159 h 159"/>
                    <a:gd name="T28" fmla="*/ 200 w 229"/>
                    <a:gd name="T29" fmla="*/ 47 h 159"/>
                    <a:gd name="T30" fmla="*/ 162 w 229"/>
                    <a:gd name="T31" fmla="*/ 47 h 159"/>
                    <a:gd name="T32" fmla="*/ 85 w 229"/>
                    <a:gd name="T33" fmla="*/ 45 h 159"/>
                    <a:gd name="T34" fmla="*/ 86 w 229"/>
                    <a:gd name="T35" fmla="*/ 41 h 159"/>
                    <a:gd name="T36" fmla="*/ 114 w 229"/>
                    <a:gd name="T37" fmla="*/ 18 h 159"/>
                    <a:gd name="T38" fmla="*/ 143 w 229"/>
                    <a:gd name="T39" fmla="*/ 41 h 159"/>
                    <a:gd name="T40" fmla="*/ 143 w 229"/>
                    <a:gd name="T41" fmla="*/ 45 h 159"/>
                    <a:gd name="T42" fmla="*/ 143 w 229"/>
                    <a:gd name="T43" fmla="*/ 47 h 159"/>
                    <a:gd name="T44" fmla="*/ 85 w 229"/>
                    <a:gd name="T45" fmla="*/ 47 h 159"/>
                    <a:gd name="T46" fmla="*/ 85 w 229"/>
                    <a:gd name="T47" fmla="*/ 45 h 15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229" h="159">
                      <a:moveTo>
                        <a:pt x="162" y="47"/>
                      </a:moveTo>
                      <a:cubicBezTo>
                        <a:pt x="162" y="46"/>
                        <a:pt x="162" y="45"/>
                        <a:pt x="162" y="45"/>
                      </a:cubicBezTo>
                      <a:cubicBezTo>
                        <a:pt x="162" y="43"/>
                        <a:pt x="162" y="42"/>
                        <a:pt x="161" y="41"/>
                      </a:cubicBezTo>
                      <a:cubicBezTo>
                        <a:pt x="158" y="18"/>
                        <a:pt x="138" y="0"/>
                        <a:pt x="114" y="0"/>
                      </a:cubicBezTo>
                      <a:cubicBezTo>
                        <a:pt x="90" y="0"/>
                        <a:pt x="70" y="18"/>
                        <a:pt x="67" y="41"/>
                      </a:cubicBezTo>
                      <a:cubicBezTo>
                        <a:pt x="67" y="42"/>
                        <a:pt x="67" y="43"/>
                        <a:pt x="67" y="45"/>
                      </a:cubicBezTo>
                      <a:cubicBezTo>
                        <a:pt x="67" y="45"/>
                        <a:pt x="67" y="46"/>
                        <a:pt x="67" y="47"/>
                      </a:cubicBezTo>
                      <a:cubicBezTo>
                        <a:pt x="29" y="47"/>
                        <a:pt x="29" y="47"/>
                        <a:pt x="29" y="47"/>
                      </a:cubicBezTo>
                      <a:cubicBezTo>
                        <a:pt x="0" y="159"/>
                        <a:pt x="0" y="159"/>
                        <a:pt x="0" y="159"/>
                      </a:cubicBezTo>
                      <a:cubicBezTo>
                        <a:pt x="11" y="159"/>
                        <a:pt x="11" y="159"/>
                        <a:pt x="11" y="159"/>
                      </a:cubicBezTo>
                      <a:cubicBezTo>
                        <a:pt x="100" y="159"/>
                        <a:pt x="100" y="159"/>
                        <a:pt x="100" y="159"/>
                      </a:cubicBezTo>
                      <a:cubicBezTo>
                        <a:pt x="129" y="159"/>
                        <a:pt x="129" y="159"/>
                        <a:pt x="129" y="159"/>
                      </a:cubicBezTo>
                      <a:cubicBezTo>
                        <a:pt x="217" y="159"/>
                        <a:pt x="217" y="159"/>
                        <a:pt x="217" y="159"/>
                      </a:cubicBezTo>
                      <a:cubicBezTo>
                        <a:pt x="229" y="159"/>
                        <a:pt x="229" y="159"/>
                        <a:pt x="229" y="159"/>
                      </a:cubicBezTo>
                      <a:cubicBezTo>
                        <a:pt x="200" y="47"/>
                        <a:pt x="200" y="47"/>
                        <a:pt x="200" y="47"/>
                      </a:cubicBezTo>
                      <a:lnTo>
                        <a:pt x="162" y="47"/>
                      </a:lnTo>
                      <a:close/>
                      <a:moveTo>
                        <a:pt x="85" y="45"/>
                      </a:moveTo>
                      <a:cubicBezTo>
                        <a:pt x="85" y="43"/>
                        <a:pt x="86" y="42"/>
                        <a:pt x="86" y="41"/>
                      </a:cubicBezTo>
                      <a:cubicBezTo>
                        <a:pt x="89" y="28"/>
                        <a:pt x="101" y="18"/>
                        <a:pt x="114" y="18"/>
                      </a:cubicBezTo>
                      <a:cubicBezTo>
                        <a:pt x="128" y="18"/>
                        <a:pt x="140" y="28"/>
                        <a:pt x="143" y="41"/>
                      </a:cubicBezTo>
                      <a:cubicBezTo>
                        <a:pt x="143" y="42"/>
                        <a:pt x="143" y="43"/>
                        <a:pt x="143" y="45"/>
                      </a:cubicBezTo>
                      <a:cubicBezTo>
                        <a:pt x="143" y="45"/>
                        <a:pt x="143" y="46"/>
                        <a:pt x="143" y="47"/>
                      </a:cubicBezTo>
                      <a:cubicBezTo>
                        <a:pt x="85" y="47"/>
                        <a:pt x="85" y="47"/>
                        <a:pt x="85" y="47"/>
                      </a:cubicBezTo>
                      <a:cubicBezTo>
                        <a:pt x="85" y="46"/>
                        <a:pt x="85" y="45"/>
                        <a:pt x="85" y="45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6" name="Group 20"/>
              <p:cNvGrpSpPr>
                <a:grpSpLocks noChangeAspect="1"/>
              </p:cNvGrpSpPr>
              <p:nvPr/>
            </p:nvGrpSpPr>
            <p:grpSpPr bwMode="auto">
              <a:xfrm>
                <a:off x="6520508" y="4303412"/>
                <a:ext cx="347305" cy="347305"/>
                <a:chOff x="3599" y="1919"/>
                <a:chExt cx="482" cy="482"/>
              </a:xfrm>
            </p:grpSpPr>
            <p:sp>
              <p:nvSpPr>
                <p:cNvPr id="57" name="淘宝-想搞设计PPT(倒卖必究)-57"/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3599" y="1919"/>
                  <a:ext cx="482" cy="48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8" name="淘宝-想搞设计PPT(倒卖必究)-58"/>
                <p:cNvSpPr/>
                <p:nvPr/>
              </p:nvSpPr>
              <p:spPr bwMode="auto">
                <a:xfrm>
                  <a:off x="3599" y="2041"/>
                  <a:ext cx="96" cy="358"/>
                </a:xfrm>
                <a:custGeom>
                  <a:avLst/>
                  <a:gdLst>
                    <a:gd name="T0" fmla="*/ 40 w 40"/>
                    <a:gd name="T1" fmla="*/ 0 h 149"/>
                    <a:gd name="T2" fmla="*/ 39 w 40"/>
                    <a:gd name="T3" fmla="*/ 0 h 149"/>
                    <a:gd name="T4" fmla="*/ 5 w 40"/>
                    <a:gd name="T5" fmla="*/ 14 h 149"/>
                    <a:gd name="T6" fmla="*/ 0 w 40"/>
                    <a:gd name="T7" fmla="*/ 22 h 149"/>
                    <a:gd name="T8" fmla="*/ 0 w 40"/>
                    <a:gd name="T9" fmla="*/ 143 h 149"/>
                    <a:gd name="T10" fmla="*/ 6 w 40"/>
                    <a:gd name="T11" fmla="*/ 149 h 149"/>
                    <a:gd name="T12" fmla="*/ 40 w 40"/>
                    <a:gd name="T13" fmla="*/ 149 h 149"/>
                    <a:gd name="T14" fmla="*/ 39 w 40"/>
                    <a:gd name="T15" fmla="*/ 145 h 149"/>
                    <a:gd name="T16" fmla="*/ 39 w 40"/>
                    <a:gd name="T17" fmla="*/ 6 h 149"/>
                    <a:gd name="T18" fmla="*/ 40 w 40"/>
                    <a:gd name="T19" fmla="*/ 0 h 1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40" h="149">
                      <a:moveTo>
                        <a:pt x="40" y="0"/>
                      </a:moveTo>
                      <a:cubicBezTo>
                        <a:pt x="39" y="0"/>
                        <a:pt x="39" y="0"/>
                        <a:pt x="39" y="0"/>
                      </a:cubicBezTo>
                      <a:cubicBezTo>
                        <a:pt x="5" y="14"/>
                        <a:pt x="5" y="14"/>
                        <a:pt x="5" y="14"/>
                      </a:cubicBezTo>
                      <a:cubicBezTo>
                        <a:pt x="2" y="15"/>
                        <a:pt x="0" y="19"/>
                        <a:pt x="0" y="22"/>
                      </a:cubicBezTo>
                      <a:cubicBezTo>
                        <a:pt x="0" y="143"/>
                        <a:pt x="0" y="143"/>
                        <a:pt x="0" y="143"/>
                      </a:cubicBezTo>
                      <a:cubicBezTo>
                        <a:pt x="0" y="146"/>
                        <a:pt x="2" y="149"/>
                        <a:pt x="6" y="149"/>
                      </a:cubicBezTo>
                      <a:cubicBezTo>
                        <a:pt x="40" y="149"/>
                        <a:pt x="40" y="149"/>
                        <a:pt x="40" y="149"/>
                      </a:cubicBezTo>
                      <a:cubicBezTo>
                        <a:pt x="39" y="148"/>
                        <a:pt x="39" y="146"/>
                        <a:pt x="39" y="145"/>
                      </a:cubicBezTo>
                      <a:cubicBezTo>
                        <a:pt x="39" y="6"/>
                        <a:pt x="39" y="6"/>
                        <a:pt x="39" y="6"/>
                      </a:cubicBezTo>
                      <a:cubicBezTo>
                        <a:pt x="39" y="4"/>
                        <a:pt x="40" y="2"/>
                        <a:pt x="40" y="0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9" name="淘宝-想搞设计PPT(倒卖必究)-59"/>
                <p:cNvSpPr/>
                <p:nvPr/>
              </p:nvSpPr>
              <p:spPr bwMode="auto">
                <a:xfrm>
                  <a:off x="3707" y="1917"/>
                  <a:ext cx="372" cy="484"/>
                </a:xfrm>
                <a:custGeom>
                  <a:avLst/>
                  <a:gdLst>
                    <a:gd name="T0" fmla="*/ 2 w 155"/>
                    <a:gd name="T1" fmla="*/ 201 h 202"/>
                    <a:gd name="T2" fmla="*/ 6 w 155"/>
                    <a:gd name="T3" fmla="*/ 202 h 202"/>
                    <a:gd name="T4" fmla="*/ 6 w 155"/>
                    <a:gd name="T5" fmla="*/ 202 h 202"/>
                    <a:gd name="T6" fmla="*/ 131 w 155"/>
                    <a:gd name="T7" fmla="*/ 201 h 202"/>
                    <a:gd name="T8" fmla="*/ 137 w 155"/>
                    <a:gd name="T9" fmla="*/ 196 h 202"/>
                    <a:gd name="T10" fmla="*/ 155 w 155"/>
                    <a:gd name="T11" fmla="*/ 58 h 202"/>
                    <a:gd name="T12" fmla="*/ 150 w 155"/>
                    <a:gd name="T13" fmla="*/ 52 h 202"/>
                    <a:gd name="T14" fmla="*/ 50 w 155"/>
                    <a:gd name="T15" fmla="*/ 52 h 202"/>
                    <a:gd name="T16" fmla="*/ 50 w 155"/>
                    <a:gd name="T17" fmla="*/ 52 h 202"/>
                    <a:gd name="T18" fmla="*/ 47 w 155"/>
                    <a:gd name="T19" fmla="*/ 47 h 202"/>
                    <a:gd name="T20" fmla="*/ 64 w 155"/>
                    <a:gd name="T21" fmla="*/ 22 h 202"/>
                    <a:gd name="T22" fmla="*/ 62 w 155"/>
                    <a:gd name="T23" fmla="*/ 14 h 202"/>
                    <a:gd name="T24" fmla="*/ 41 w 155"/>
                    <a:gd name="T25" fmla="*/ 1 h 202"/>
                    <a:gd name="T26" fmla="*/ 38 w 155"/>
                    <a:gd name="T27" fmla="*/ 0 h 202"/>
                    <a:gd name="T28" fmla="*/ 33 w 155"/>
                    <a:gd name="T29" fmla="*/ 2 h 202"/>
                    <a:gd name="T30" fmla="*/ 3 w 155"/>
                    <a:gd name="T31" fmla="*/ 47 h 202"/>
                    <a:gd name="T32" fmla="*/ 1 w 155"/>
                    <a:gd name="T33" fmla="*/ 52 h 202"/>
                    <a:gd name="T34" fmla="*/ 0 w 155"/>
                    <a:gd name="T35" fmla="*/ 58 h 202"/>
                    <a:gd name="T36" fmla="*/ 0 w 155"/>
                    <a:gd name="T37" fmla="*/ 196 h 202"/>
                    <a:gd name="T38" fmla="*/ 2 w 155"/>
                    <a:gd name="T39" fmla="*/ 201 h 2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155" h="202">
                      <a:moveTo>
                        <a:pt x="2" y="201"/>
                      </a:moveTo>
                      <a:cubicBezTo>
                        <a:pt x="3" y="202"/>
                        <a:pt x="4" y="202"/>
                        <a:pt x="6" y="202"/>
                      </a:cubicBezTo>
                      <a:cubicBezTo>
                        <a:pt x="6" y="202"/>
                        <a:pt x="6" y="202"/>
                        <a:pt x="6" y="202"/>
                      </a:cubicBezTo>
                      <a:cubicBezTo>
                        <a:pt x="131" y="201"/>
                        <a:pt x="131" y="201"/>
                        <a:pt x="131" y="201"/>
                      </a:cubicBezTo>
                      <a:cubicBezTo>
                        <a:pt x="134" y="201"/>
                        <a:pt x="137" y="199"/>
                        <a:pt x="137" y="196"/>
                      </a:cubicBezTo>
                      <a:cubicBezTo>
                        <a:pt x="155" y="58"/>
                        <a:pt x="155" y="58"/>
                        <a:pt x="155" y="58"/>
                      </a:cubicBezTo>
                      <a:cubicBezTo>
                        <a:pt x="155" y="55"/>
                        <a:pt x="153" y="52"/>
                        <a:pt x="150" y="52"/>
                      </a:cubicBezTo>
                      <a:cubicBezTo>
                        <a:pt x="50" y="52"/>
                        <a:pt x="50" y="52"/>
                        <a:pt x="50" y="52"/>
                      </a:cubicBezTo>
                      <a:cubicBezTo>
                        <a:pt x="50" y="52"/>
                        <a:pt x="50" y="52"/>
                        <a:pt x="50" y="52"/>
                      </a:cubicBezTo>
                      <a:cubicBezTo>
                        <a:pt x="46" y="52"/>
                        <a:pt x="45" y="50"/>
                        <a:pt x="47" y="47"/>
                      </a:cubicBezTo>
                      <a:cubicBezTo>
                        <a:pt x="64" y="22"/>
                        <a:pt x="64" y="22"/>
                        <a:pt x="64" y="22"/>
                      </a:cubicBezTo>
                      <a:cubicBezTo>
                        <a:pt x="65" y="19"/>
                        <a:pt x="65" y="16"/>
                        <a:pt x="62" y="14"/>
                      </a:cubicBezTo>
                      <a:cubicBezTo>
                        <a:pt x="41" y="1"/>
                        <a:pt x="41" y="1"/>
                        <a:pt x="41" y="1"/>
                      </a:cubicBezTo>
                      <a:cubicBezTo>
                        <a:pt x="40" y="0"/>
                        <a:pt x="39" y="0"/>
                        <a:pt x="38" y="0"/>
                      </a:cubicBezTo>
                      <a:cubicBezTo>
                        <a:pt x="36" y="0"/>
                        <a:pt x="34" y="0"/>
                        <a:pt x="33" y="2"/>
                      </a:cubicBezTo>
                      <a:cubicBezTo>
                        <a:pt x="3" y="47"/>
                        <a:pt x="3" y="47"/>
                        <a:pt x="3" y="47"/>
                      </a:cubicBezTo>
                      <a:cubicBezTo>
                        <a:pt x="3" y="49"/>
                        <a:pt x="2" y="50"/>
                        <a:pt x="1" y="52"/>
                      </a:cubicBezTo>
                      <a:cubicBezTo>
                        <a:pt x="1" y="54"/>
                        <a:pt x="0" y="56"/>
                        <a:pt x="0" y="58"/>
                      </a:cubicBezTo>
                      <a:cubicBezTo>
                        <a:pt x="0" y="196"/>
                        <a:pt x="0" y="196"/>
                        <a:pt x="0" y="196"/>
                      </a:cubicBezTo>
                      <a:cubicBezTo>
                        <a:pt x="0" y="198"/>
                        <a:pt x="1" y="200"/>
                        <a:pt x="2" y="201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</p:grpSp>
      <p:pic>
        <p:nvPicPr>
          <p:cNvPr id="80" name="Picture 79" descr="合肥工业大学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7851" y="6221713"/>
            <a:ext cx="1835216" cy="435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33333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0">
        <p15:prstTrans prst="peelOff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000"/>
                            </p:stCondLst>
                            <p:childTnLst>
                              <p:par>
                                <p:cTn id="43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500"/>
                            </p:stCondLst>
                            <p:childTnLst>
                              <p:par>
                                <p:cTn id="48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000"/>
                            </p:stCondLst>
                            <p:childTnLst>
                              <p:par>
                                <p:cTn id="5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4500"/>
                            </p:stCondLst>
                            <p:childTnLst>
                              <p:par>
                                <p:cTn id="57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0"/>
                            </p:stCondLst>
                            <p:childTnLst>
                              <p:par>
                                <p:cTn id="62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500"/>
                            </p:stCondLst>
                            <p:childTnLst>
                              <p:par>
                                <p:cTn id="6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6000"/>
                            </p:stCondLst>
                            <p:childTnLst>
                              <p:par>
                                <p:cTn id="71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6500"/>
                            </p:stCondLst>
                            <p:childTnLst>
                              <p:par>
                                <p:cTn id="76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36" grpId="0"/>
      <p:bldP spid="37" grpId="0"/>
      <p:bldP spid="38" grpId="0"/>
      <p:bldP spid="3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575170" y="2979522"/>
            <a:ext cx="2284073" cy="338550"/>
            <a:chOff x="3575170" y="2979522"/>
            <a:chExt cx="2284073" cy="338550"/>
          </a:xfrm>
        </p:grpSpPr>
        <p:cxnSp>
          <p:nvCxnSpPr>
            <p:cNvPr id="55" name="淘宝-想搞设计PPT(倒卖必究)-55"/>
            <p:cNvCxnSpPr/>
            <p:nvPr/>
          </p:nvCxnSpPr>
          <p:spPr>
            <a:xfrm>
              <a:off x="3575170" y="3148797"/>
              <a:ext cx="1114425" cy="0"/>
            </a:xfrm>
            <a:prstGeom prst="line">
              <a:avLst/>
            </a:prstGeom>
            <a:ln>
              <a:solidFill>
                <a:srgbClr val="B2B2B2">
                  <a:alpha val="70000"/>
                </a:srgbClr>
              </a:solidFill>
              <a:prstDash val="dash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淘宝-想搞设计PPT(倒卖必究)-59"/>
            <p:cNvSpPr txBox="1"/>
            <p:nvPr/>
          </p:nvSpPr>
          <p:spPr>
            <a:xfrm>
              <a:off x="4853848" y="2979522"/>
              <a:ext cx="1005395" cy="338550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>
                  <a:solidFill>
                    <a:srgbClr val="7F7F7F"/>
                  </a:solidFill>
                </a:rPr>
                <a:t>添加标题</a:t>
              </a: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4020647" y="3792077"/>
            <a:ext cx="2260945" cy="338550"/>
            <a:chOff x="4020647" y="3792077"/>
            <a:chExt cx="2260945" cy="338550"/>
          </a:xfrm>
        </p:grpSpPr>
        <p:cxnSp>
          <p:nvCxnSpPr>
            <p:cNvPr id="56" name="淘宝-想搞设计PPT(倒卖必究)-56"/>
            <p:cNvCxnSpPr/>
            <p:nvPr/>
          </p:nvCxnSpPr>
          <p:spPr>
            <a:xfrm>
              <a:off x="4020647" y="3981135"/>
              <a:ext cx="1114425" cy="0"/>
            </a:xfrm>
            <a:prstGeom prst="line">
              <a:avLst/>
            </a:prstGeom>
            <a:ln>
              <a:solidFill>
                <a:srgbClr val="B2B2B2">
                  <a:alpha val="70000"/>
                </a:srgbClr>
              </a:solidFill>
              <a:prstDash val="dash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淘宝-想搞设计PPT(倒卖必究)-60"/>
            <p:cNvSpPr txBox="1"/>
            <p:nvPr/>
          </p:nvSpPr>
          <p:spPr>
            <a:xfrm>
              <a:off x="5276197" y="3792077"/>
              <a:ext cx="1005395" cy="338550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>
                  <a:solidFill>
                    <a:srgbClr val="7F7F7F"/>
                  </a:solidFill>
                </a:rPr>
                <a:t>添加标题</a:t>
              </a: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4491035" y="4604632"/>
            <a:ext cx="2304101" cy="338550"/>
            <a:chOff x="4491035" y="4604632"/>
            <a:chExt cx="2304101" cy="338550"/>
          </a:xfrm>
        </p:grpSpPr>
        <p:cxnSp>
          <p:nvCxnSpPr>
            <p:cNvPr id="57" name="淘宝-想搞设计PPT(倒卖必究)-57"/>
            <p:cNvCxnSpPr/>
            <p:nvPr/>
          </p:nvCxnSpPr>
          <p:spPr>
            <a:xfrm>
              <a:off x="4491035" y="4778305"/>
              <a:ext cx="1114425" cy="0"/>
            </a:xfrm>
            <a:prstGeom prst="line">
              <a:avLst/>
            </a:prstGeom>
            <a:ln>
              <a:solidFill>
                <a:srgbClr val="B2B2B2">
                  <a:alpha val="70000"/>
                </a:srgbClr>
              </a:solidFill>
              <a:prstDash val="dash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淘宝-想搞设计PPT(倒卖必究)-61"/>
            <p:cNvSpPr txBox="1"/>
            <p:nvPr/>
          </p:nvSpPr>
          <p:spPr>
            <a:xfrm>
              <a:off x="5789741" y="4604632"/>
              <a:ext cx="1005395" cy="338550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>
                  <a:solidFill>
                    <a:srgbClr val="7F7F7F"/>
                  </a:solidFill>
                </a:rPr>
                <a:t>添加标题</a:t>
              </a: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4890727" y="5464814"/>
            <a:ext cx="2277269" cy="338550"/>
            <a:chOff x="4890727" y="5464814"/>
            <a:chExt cx="2277269" cy="338550"/>
          </a:xfrm>
        </p:grpSpPr>
        <p:cxnSp>
          <p:nvCxnSpPr>
            <p:cNvPr id="58" name="淘宝-想搞设计PPT(倒卖必究)-58"/>
            <p:cNvCxnSpPr/>
            <p:nvPr/>
          </p:nvCxnSpPr>
          <p:spPr>
            <a:xfrm>
              <a:off x="4890727" y="5634089"/>
              <a:ext cx="1114425" cy="0"/>
            </a:xfrm>
            <a:prstGeom prst="line">
              <a:avLst/>
            </a:prstGeom>
            <a:ln>
              <a:solidFill>
                <a:srgbClr val="B2B2B2">
                  <a:alpha val="70000"/>
                </a:srgbClr>
              </a:solidFill>
              <a:prstDash val="dash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淘宝-想搞设计PPT(倒卖必究)-62"/>
            <p:cNvSpPr txBox="1"/>
            <p:nvPr/>
          </p:nvSpPr>
          <p:spPr>
            <a:xfrm>
              <a:off x="6162601" y="5464814"/>
              <a:ext cx="1005395" cy="338550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>
                  <a:solidFill>
                    <a:srgbClr val="7F7F7F"/>
                  </a:solidFill>
                </a:rPr>
                <a:t>添加标题</a:t>
              </a: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877013" y="2740409"/>
            <a:ext cx="3990268" cy="3439884"/>
            <a:chOff x="877013" y="2740409"/>
            <a:chExt cx="3990268" cy="3439884"/>
          </a:xfrm>
        </p:grpSpPr>
        <p:grpSp>
          <p:nvGrpSpPr>
            <p:cNvPr id="49" name="组合 48"/>
            <p:cNvGrpSpPr/>
            <p:nvPr/>
          </p:nvGrpSpPr>
          <p:grpSpPr>
            <a:xfrm>
              <a:off x="877013" y="2740409"/>
              <a:ext cx="3990268" cy="3439884"/>
              <a:chOff x="1335314" y="2162629"/>
              <a:chExt cx="3990268" cy="3439884"/>
            </a:xfrm>
          </p:grpSpPr>
          <p:sp>
            <p:nvSpPr>
              <p:cNvPr id="48" name="淘宝-想搞设计PPT(倒卖必究)-48"/>
              <p:cNvSpPr/>
              <p:nvPr/>
            </p:nvSpPr>
            <p:spPr>
              <a:xfrm>
                <a:off x="2791678" y="2162629"/>
                <a:ext cx="1077540" cy="928914"/>
              </a:xfrm>
              <a:custGeom>
                <a:avLst/>
                <a:gdLst>
                  <a:gd name="connsiteX0" fmla="*/ 538770 w 1077540"/>
                  <a:gd name="connsiteY0" fmla="*/ 0 h 928914"/>
                  <a:gd name="connsiteX1" fmla="*/ 1036596 w 1077540"/>
                  <a:gd name="connsiteY1" fmla="*/ 858321 h 928914"/>
                  <a:gd name="connsiteX2" fmla="*/ 1077540 w 1077540"/>
                  <a:gd name="connsiteY2" fmla="*/ 928914 h 928914"/>
                  <a:gd name="connsiteX3" fmla="*/ 0 w 1077540"/>
                  <a:gd name="connsiteY3" fmla="*/ 928914 h 928914"/>
                  <a:gd name="connsiteX4" fmla="*/ 40944 w 1077540"/>
                  <a:gd name="connsiteY4" fmla="*/ 858321 h 928914"/>
                  <a:gd name="connsiteX5" fmla="*/ 538770 w 1077540"/>
                  <a:gd name="connsiteY5" fmla="*/ 0 h 928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077540" h="928914">
                    <a:moveTo>
                      <a:pt x="538770" y="0"/>
                    </a:moveTo>
                    <a:lnTo>
                      <a:pt x="1036596" y="858321"/>
                    </a:lnTo>
                    <a:lnTo>
                      <a:pt x="1077540" y="928914"/>
                    </a:lnTo>
                    <a:lnTo>
                      <a:pt x="0" y="928914"/>
                    </a:lnTo>
                    <a:lnTo>
                      <a:pt x="40944" y="858321"/>
                    </a:lnTo>
                    <a:lnTo>
                      <a:pt x="538770" y="0"/>
                    </a:lnTo>
                    <a:close/>
                  </a:path>
                </a:pathLst>
              </a:custGeom>
              <a:solidFill>
                <a:srgbClr val="B2B2B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6" name="淘宝-想搞设计PPT(倒卖必究)-46"/>
              <p:cNvSpPr/>
              <p:nvPr/>
            </p:nvSpPr>
            <p:spPr>
              <a:xfrm>
                <a:off x="2334796" y="3091543"/>
                <a:ext cx="1991304" cy="787727"/>
              </a:xfrm>
              <a:custGeom>
                <a:avLst/>
                <a:gdLst>
                  <a:gd name="connsiteX0" fmla="*/ 456882 w 1991304"/>
                  <a:gd name="connsiteY0" fmla="*/ 0 h 787727"/>
                  <a:gd name="connsiteX1" fmla="*/ 1534422 w 1991304"/>
                  <a:gd name="connsiteY1" fmla="*/ 0 h 787727"/>
                  <a:gd name="connsiteX2" fmla="*/ 1991304 w 1991304"/>
                  <a:gd name="connsiteY2" fmla="*/ 787727 h 787727"/>
                  <a:gd name="connsiteX3" fmla="*/ 0 w 1991304"/>
                  <a:gd name="connsiteY3" fmla="*/ 787727 h 787727"/>
                  <a:gd name="connsiteX4" fmla="*/ 456882 w 1991304"/>
                  <a:gd name="connsiteY4" fmla="*/ 0 h 787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91304" h="787727">
                    <a:moveTo>
                      <a:pt x="456882" y="0"/>
                    </a:moveTo>
                    <a:lnTo>
                      <a:pt x="1534422" y="0"/>
                    </a:lnTo>
                    <a:lnTo>
                      <a:pt x="1991304" y="787727"/>
                    </a:lnTo>
                    <a:lnTo>
                      <a:pt x="0" y="787727"/>
                    </a:lnTo>
                    <a:lnTo>
                      <a:pt x="456882" y="0"/>
                    </a:lnTo>
                    <a:close/>
                  </a:path>
                </a:pathLst>
              </a:custGeom>
              <a:solidFill>
                <a:srgbClr val="95161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" name="淘宝-想搞设计PPT(倒卖必究)-42"/>
              <p:cNvSpPr/>
              <p:nvPr/>
            </p:nvSpPr>
            <p:spPr>
              <a:xfrm>
                <a:off x="1875557" y="3885873"/>
                <a:ext cx="2909782" cy="785188"/>
              </a:xfrm>
              <a:custGeom>
                <a:avLst/>
                <a:gdLst>
                  <a:gd name="connsiteX0" fmla="*/ 455409 w 2909782"/>
                  <a:gd name="connsiteY0" fmla="*/ 0 h 785188"/>
                  <a:gd name="connsiteX1" fmla="*/ 2454373 w 2909782"/>
                  <a:gd name="connsiteY1" fmla="*/ 0 h 785188"/>
                  <a:gd name="connsiteX2" fmla="*/ 2909782 w 2909782"/>
                  <a:gd name="connsiteY2" fmla="*/ 785188 h 785188"/>
                  <a:gd name="connsiteX3" fmla="*/ 0 w 2909782"/>
                  <a:gd name="connsiteY3" fmla="*/ 785188 h 785188"/>
                  <a:gd name="connsiteX4" fmla="*/ 455409 w 2909782"/>
                  <a:gd name="connsiteY4" fmla="*/ 0 h 7851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909782" h="785188">
                    <a:moveTo>
                      <a:pt x="455409" y="0"/>
                    </a:moveTo>
                    <a:lnTo>
                      <a:pt x="2454373" y="0"/>
                    </a:lnTo>
                    <a:lnTo>
                      <a:pt x="2909782" y="785188"/>
                    </a:lnTo>
                    <a:lnTo>
                      <a:pt x="0" y="785188"/>
                    </a:lnTo>
                    <a:lnTo>
                      <a:pt x="455409" y="0"/>
                    </a:lnTo>
                    <a:close/>
                  </a:path>
                </a:pathLst>
              </a:custGeom>
              <a:solidFill>
                <a:srgbClr val="B2B2B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淘宝-想搞设计PPT(倒卖必究)-39"/>
              <p:cNvSpPr/>
              <p:nvPr/>
            </p:nvSpPr>
            <p:spPr>
              <a:xfrm>
                <a:off x="2330966" y="3879269"/>
                <a:ext cx="1998964" cy="6604"/>
              </a:xfrm>
              <a:custGeom>
                <a:avLst/>
                <a:gdLst>
                  <a:gd name="connsiteX0" fmla="*/ 3830 w 1998964"/>
                  <a:gd name="connsiteY0" fmla="*/ 0 h 6604"/>
                  <a:gd name="connsiteX1" fmla="*/ 1995134 w 1998964"/>
                  <a:gd name="connsiteY1" fmla="*/ 0 h 6604"/>
                  <a:gd name="connsiteX2" fmla="*/ 1998964 w 1998964"/>
                  <a:gd name="connsiteY2" fmla="*/ 6604 h 6604"/>
                  <a:gd name="connsiteX3" fmla="*/ 0 w 1998964"/>
                  <a:gd name="connsiteY3" fmla="*/ 6604 h 6604"/>
                  <a:gd name="connsiteX4" fmla="*/ 3830 w 1998964"/>
                  <a:gd name="connsiteY4" fmla="*/ 0 h 66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98964" h="6604">
                    <a:moveTo>
                      <a:pt x="3830" y="0"/>
                    </a:moveTo>
                    <a:lnTo>
                      <a:pt x="1995134" y="0"/>
                    </a:lnTo>
                    <a:lnTo>
                      <a:pt x="1998964" y="6604"/>
                    </a:lnTo>
                    <a:lnTo>
                      <a:pt x="0" y="6604"/>
                    </a:lnTo>
                    <a:lnTo>
                      <a:pt x="3830" y="0"/>
                    </a:lnTo>
                    <a:close/>
                  </a:path>
                </a:pathLst>
              </a:custGeom>
              <a:solidFill>
                <a:srgbClr val="95161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4" name="淘宝-想搞设计PPT(倒卖必究)-44"/>
              <p:cNvSpPr/>
              <p:nvPr/>
            </p:nvSpPr>
            <p:spPr>
              <a:xfrm>
                <a:off x="1335314" y="4671061"/>
                <a:ext cx="3990268" cy="931452"/>
              </a:xfrm>
              <a:custGeom>
                <a:avLst/>
                <a:gdLst>
                  <a:gd name="connsiteX0" fmla="*/ 540243 w 3990268"/>
                  <a:gd name="connsiteY0" fmla="*/ 0 h 931452"/>
                  <a:gd name="connsiteX1" fmla="*/ 3450025 w 3990268"/>
                  <a:gd name="connsiteY1" fmla="*/ 0 h 931452"/>
                  <a:gd name="connsiteX2" fmla="*/ 3488612 w 3990268"/>
                  <a:gd name="connsiteY2" fmla="*/ 66528 h 931452"/>
                  <a:gd name="connsiteX3" fmla="*/ 3488612 w 3990268"/>
                  <a:gd name="connsiteY3" fmla="*/ 66528 h 931452"/>
                  <a:gd name="connsiteX4" fmla="*/ 3990268 w 3990268"/>
                  <a:gd name="connsiteY4" fmla="*/ 931452 h 931452"/>
                  <a:gd name="connsiteX5" fmla="*/ 0 w 3990268"/>
                  <a:gd name="connsiteY5" fmla="*/ 931452 h 931452"/>
                  <a:gd name="connsiteX6" fmla="*/ 501656 w 3990268"/>
                  <a:gd name="connsiteY6" fmla="*/ 66528 h 931452"/>
                  <a:gd name="connsiteX7" fmla="*/ 501657 w 3990268"/>
                  <a:gd name="connsiteY7" fmla="*/ 66528 h 931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990268" h="931452">
                    <a:moveTo>
                      <a:pt x="540243" y="0"/>
                    </a:moveTo>
                    <a:lnTo>
                      <a:pt x="3450025" y="0"/>
                    </a:lnTo>
                    <a:lnTo>
                      <a:pt x="3488612" y="66528"/>
                    </a:lnTo>
                    <a:lnTo>
                      <a:pt x="3488612" y="66528"/>
                    </a:lnTo>
                    <a:lnTo>
                      <a:pt x="3990268" y="931452"/>
                    </a:lnTo>
                    <a:lnTo>
                      <a:pt x="0" y="931452"/>
                    </a:lnTo>
                    <a:lnTo>
                      <a:pt x="501656" y="66528"/>
                    </a:lnTo>
                    <a:lnTo>
                      <a:pt x="501657" y="66528"/>
                    </a:lnTo>
                    <a:close/>
                  </a:path>
                </a:pathLst>
              </a:custGeom>
              <a:solidFill>
                <a:srgbClr val="95161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63" name="淘宝-想搞设计PPT(倒卖必究)-63"/>
            <p:cNvSpPr txBox="1"/>
            <p:nvPr/>
          </p:nvSpPr>
          <p:spPr>
            <a:xfrm>
              <a:off x="2518926" y="3274178"/>
              <a:ext cx="723267" cy="307773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sz="1400" dirty="0">
                  <a:solidFill>
                    <a:schemeClr val="bg1"/>
                  </a:solidFill>
                </a:rPr>
                <a:t>结构一</a:t>
              </a:r>
            </a:p>
          </p:txBody>
        </p:sp>
        <p:sp>
          <p:nvSpPr>
            <p:cNvPr id="64" name="淘宝-想搞设计PPT(倒卖必究)-64"/>
            <p:cNvSpPr txBox="1"/>
            <p:nvPr/>
          </p:nvSpPr>
          <p:spPr>
            <a:xfrm>
              <a:off x="2518926" y="3944523"/>
              <a:ext cx="723267" cy="307773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sz="1400" dirty="0">
                  <a:solidFill>
                    <a:schemeClr val="bg1"/>
                  </a:solidFill>
                </a:rPr>
                <a:t>结构二</a:t>
              </a:r>
            </a:p>
          </p:txBody>
        </p:sp>
        <p:sp>
          <p:nvSpPr>
            <p:cNvPr id="65" name="淘宝-想搞设计PPT(倒卖必究)-65"/>
            <p:cNvSpPr txBox="1"/>
            <p:nvPr/>
          </p:nvSpPr>
          <p:spPr>
            <a:xfrm>
              <a:off x="2518926" y="4702360"/>
              <a:ext cx="723267" cy="307773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sz="1400" dirty="0">
                  <a:solidFill>
                    <a:schemeClr val="bg1"/>
                  </a:solidFill>
                </a:rPr>
                <a:t>结构三</a:t>
              </a:r>
            </a:p>
          </p:txBody>
        </p:sp>
        <p:sp>
          <p:nvSpPr>
            <p:cNvPr id="66" name="淘宝-想搞设计PPT(倒卖必究)-66"/>
            <p:cNvSpPr txBox="1"/>
            <p:nvPr/>
          </p:nvSpPr>
          <p:spPr>
            <a:xfrm>
              <a:off x="2518926" y="5560547"/>
              <a:ext cx="723267" cy="307773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sz="1400" dirty="0">
                  <a:solidFill>
                    <a:schemeClr val="bg1"/>
                  </a:solidFill>
                </a:rPr>
                <a:t>结构四</a:t>
              </a: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7708358" y="1504993"/>
            <a:ext cx="3569602" cy="369328"/>
            <a:chOff x="7708358" y="1504993"/>
            <a:chExt cx="3569602" cy="369328"/>
          </a:xfrm>
        </p:grpSpPr>
        <p:sp>
          <p:nvSpPr>
            <p:cNvPr id="68" name="淘宝-想搞设计PPT(倒卖必究)-68"/>
            <p:cNvSpPr/>
            <p:nvPr/>
          </p:nvSpPr>
          <p:spPr>
            <a:xfrm>
              <a:off x="7720081" y="1512208"/>
              <a:ext cx="3557879" cy="360000"/>
            </a:xfrm>
            <a:prstGeom prst="rect">
              <a:avLst/>
            </a:prstGeom>
            <a:solidFill>
              <a:srgbClr val="9516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淘宝-想搞设计PPT(倒卖必究)-69"/>
            <p:cNvSpPr txBox="1"/>
            <p:nvPr/>
          </p:nvSpPr>
          <p:spPr>
            <a:xfrm>
              <a:off x="7708358" y="1504993"/>
              <a:ext cx="1569652" cy="369328"/>
            </a:xfrm>
            <a:prstGeom prst="rect">
              <a:avLst/>
            </a:prstGeom>
            <a:noFill/>
          </p:spPr>
          <p:txBody>
            <a:bodyPr wrap="square" lIns="91436" tIns="45718" rIns="91436" bIns="45718" rtlCol="0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框架结构说明</a:t>
              </a: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7626297" y="2043448"/>
            <a:ext cx="3684540" cy="2479937"/>
            <a:chOff x="7626297" y="2043448"/>
            <a:chExt cx="3684540" cy="2479937"/>
          </a:xfrm>
        </p:grpSpPr>
        <p:sp>
          <p:nvSpPr>
            <p:cNvPr id="70" name="淘宝-想搞设计PPT(倒卖必究)-70"/>
            <p:cNvSpPr/>
            <p:nvPr/>
          </p:nvSpPr>
          <p:spPr>
            <a:xfrm>
              <a:off x="7626297" y="2043448"/>
              <a:ext cx="3684540" cy="1384990"/>
            </a:xfrm>
            <a:prstGeom prst="rect">
              <a:avLst/>
            </a:prstGeom>
          </p:spPr>
          <p:txBody>
            <a:bodyPr wrap="square" lIns="91436" tIns="45718" rIns="91436" bIns="45718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4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论文就是用来进行科学研究和描述科研成果的文章，简称之为论文。它既是探讨问题进行科学研究的一种手段，又是描述科研成果进行学术交流的一种工具。</a:t>
              </a:r>
              <a:endParaRPr lang="en-US" altLang="zh-CN" sz="1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1" name="淘宝-想搞设计PPT(倒卖必究)-71"/>
            <p:cNvSpPr/>
            <p:nvPr/>
          </p:nvSpPr>
          <p:spPr>
            <a:xfrm>
              <a:off x="7626297" y="3461560"/>
              <a:ext cx="3684540" cy="1061825"/>
            </a:xfrm>
            <a:prstGeom prst="rect">
              <a:avLst/>
            </a:prstGeom>
          </p:spPr>
          <p:txBody>
            <a:bodyPr wrap="square" lIns="91436" tIns="45718" rIns="91436" bIns="45718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4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论文就是用来进行科学研究和描述科研成果的文章，简称之为论文。它既是探讨问题进行科学研究的一种手段。</a:t>
              </a:r>
              <a:endParaRPr lang="en-US" altLang="zh-CN" sz="1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-254000" y="201683"/>
            <a:ext cx="898070" cy="523220"/>
            <a:chOff x="-254000" y="201683"/>
            <a:chExt cx="898070" cy="523220"/>
          </a:xfrm>
        </p:grpSpPr>
        <p:sp>
          <p:nvSpPr>
            <p:cNvPr id="74" name="淘宝-想搞设计PPT(倒卖必究)-74"/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9516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5" name="淘宝-想搞设计PPT(倒卖必究)-75"/>
            <p:cNvSpPr txBox="1"/>
            <p:nvPr/>
          </p:nvSpPr>
          <p:spPr>
            <a:xfrm>
              <a:off x="65706" y="201683"/>
              <a:ext cx="4676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6" name="淘宝-想搞设计PPT(倒卖必究)-76"/>
          <p:cNvSpPr txBox="1"/>
          <p:nvPr/>
        </p:nvSpPr>
        <p:spPr>
          <a:xfrm>
            <a:off x="701167" y="144940"/>
            <a:ext cx="1826133" cy="58477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理论框架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2584397" y="217491"/>
            <a:ext cx="10096500" cy="439541"/>
            <a:chOff x="2584397" y="217491"/>
            <a:chExt cx="10096500" cy="439541"/>
          </a:xfrm>
        </p:grpSpPr>
        <p:sp>
          <p:nvSpPr>
            <p:cNvPr id="73" name="淘宝-想搞设计PPT(倒卖必究)-73"/>
            <p:cNvSpPr/>
            <p:nvPr/>
          </p:nvSpPr>
          <p:spPr>
            <a:xfrm>
              <a:off x="2584397" y="217491"/>
              <a:ext cx="10083800" cy="328609"/>
            </a:xfrm>
            <a:prstGeom prst="roundRect">
              <a:avLst>
                <a:gd name="adj" fmla="val 50000"/>
              </a:avLst>
            </a:prstGeom>
            <a:solidFill>
              <a:srgbClr val="9516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7" name="淘宝-想搞设计PPT(倒卖必究)-77"/>
            <p:cNvSpPr/>
            <p:nvPr/>
          </p:nvSpPr>
          <p:spPr>
            <a:xfrm flipV="1">
              <a:off x="2597097" y="621032"/>
              <a:ext cx="10083800" cy="36000"/>
            </a:xfrm>
            <a:prstGeom prst="roundRect">
              <a:avLst>
                <a:gd name="adj" fmla="val 50000"/>
              </a:avLst>
            </a:prstGeom>
            <a:solidFill>
              <a:srgbClr val="9516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淘宝-想搞设计PPT(倒卖必究)-78"/>
            <p:cNvSpPr/>
            <p:nvPr/>
          </p:nvSpPr>
          <p:spPr>
            <a:xfrm>
              <a:off x="2626249" y="243297"/>
              <a:ext cx="1941677" cy="276995"/>
            </a:xfrm>
            <a:prstGeom prst="rect">
              <a:avLst/>
            </a:prstGeom>
          </p:spPr>
          <p:txBody>
            <a:bodyPr wrap="none" lIns="91436" tIns="45718" rIns="91436" bIns="45718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RESEARCH FRAMWORK</a:t>
              </a:r>
            </a:p>
          </p:txBody>
        </p:sp>
      </p:grpSp>
      <p:pic>
        <p:nvPicPr>
          <p:cNvPr id="79" name="Picture 78" descr="合肥工业大学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7851" y="6221713"/>
            <a:ext cx="1835216" cy="435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095239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0">
        <p15:prstTrans prst="peelOff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500"/>
                            </p:stCondLst>
                            <p:childTnLst>
                              <p:par>
                                <p:cTn id="38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000"/>
                            </p:stCondLst>
                            <p:childTnLst>
                              <p:par>
                                <p:cTn id="43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500"/>
                            </p:stCondLst>
                            <p:childTnLst>
                              <p:par>
                                <p:cTn id="48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-254000" y="201683"/>
            <a:ext cx="898070" cy="523220"/>
            <a:chOff x="-254000" y="201683"/>
            <a:chExt cx="898070" cy="523220"/>
          </a:xfrm>
        </p:grpSpPr>
        <p:sp>
          <p:nvSpPr>
            <p:cNvPr id="46" name="淘宝-想搞设计PPT(倒卖必究)-46"/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9516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淘宝-想搞设计PPT(倒卖必究)-47"/>
            <p:cNvSpPr txBox="1"/>
            <p:nvPr/>
          </p:nvSpPr>
          <p:spPr>
            <a:xfrm>
              <a:off x="65706" y="201683"/>
              <a:ext cx="4676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8" name="淘宝-想搞设计PPT(倒卖必究)-48"/>
          <p:cNvSpPr txBox="1"/>
          <p:nvPr/>
        </p:nvSpPr>
        <p:spPr>
          <a:xfrm>
            <a:off x="701167" y="144940"/>
            <a:ext cx="1826133" cy="58477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理论框架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2584397" y="217491"/>
            <a:ext cx="10096500" cy="439541"/>
            <a:chOff x="2584397" y="217491"/>
            <a:chExt cx="10096500" cy="439541"/>
          </a:xfrm>
        </p:grpSpPr>
        <p:sp>
          <p:nvSpPr>
            <p:cNvPr id="45" name="淘宝-想搞设计PPT(倒卖必究)-45"/>
            <p:cNvSpPr/>
            <p:nvPr/>
          </p:nvSpPr>
          <p:spPr>
            <a:xfrm>
              <a:off x="2584397" y="217491"/>
              <a:ext cx="10083800" cy="328609"/>
            </a:xfrm>
            <a:prstGeom prst="roundRect">
              <a:avLst>
                <a:gd name="adj" fmla="val 50000"/>
              </a:avLst>
            </a:prstGeom>
            <a:solidFill>
              <a:srgbClr val="9516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淘宝-想搞设计PPT(倒卖必究)-49"/>
            <p:cNvSpPr/>
            <p:nvPr/>
          </p:nvSpPr>
          <p:spPr>
            <a:xfrm flipV="1">
              <a:off x="2597097" y="621032"/>
              <a:ext cx="10083800" cy="36000"/>
            </a:xfrm>
            <a:prstGeom prst="roundRect">
              <a:avLst>
                <a:gd name="adj" fmla="val 50000"/>
              </a:avLst>
            </a:prstGeom>
            <a:solidFill>
              <a:srgbClr val="9516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淘宝-想搞设计PPT(倒卖必究)-50"/>
            <p:cNvSpPr/>
            <p:nvPr/>
          </p:nvSpPr>
          <p:spPr>
            <a:xfrm>
              <a:off x="2626249" y="243297"/>
              <a:ext cx="1941677" cy="276995"/>
            </a:xfrm>
            <a:prstGeom prst="rect">
              <a:avLst/>
            </a:prstGeom>
          </p:spPr>
          <p:txBody>
            <a:bodyPr wrap="none" lIns="91436" tIns="45718" rIns="91436" bIns="45718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RESEARCH FRAMWORK</a:t>
              </a: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1409700" y="1502714"/>
            <a:ext cx="3974045" cy="1979224"/>
            <a:chOff x="1409700" y="1502714"/>
            <a:chExt cx="3974045" cy="1979224"/>
          </a:xfrm>
        </p:grpSpPr>
        <p:grpSp>
          <p:nvGrpSpPr>
            <p:cNvPr id="10" name="组合 9"/>
            <p:cNvGrpSpPr/>
            <p:nvPr/>
          </p:nvGrpSpPr>
          <p:grpSpPr>
            <a:xfrm>
              <a:off x="1409700" y="1502714"/>
              <a:ext cx="3905250" cy="1979224"/>
              <a:chOff x="1238250" y="1554479"/>
              <a:chExt cx="3905250" cy="1979224"/>
            </a:xfrm>
          </p:grpSpPr>
          <p:sp>
            <p:nvSpPr>
              <p:cNvPr id="4" name="淘宝-想搞设计PPT(倒卖必究)-4"/>
              <p:cNvSpPr/>
              <p:nvPr/>
            </p:nvSpPr>
            <p:spPr>
              <a:xfrm>
                <a:off x="1238250" y="1554479"/>
                <a:ext cx="3227070" cy="1798321"/>
              </a:xfrm>
              <a:prstGeom prst="rect">
                <a:avLst/>
              </a:prstGeom>
              <a:solidFill>
                <a:srgbClr val="95161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" name="淘宝-想搞设计PPT(倒卖必究)-57"/>
              <p:cNvSpPr/>
              <p:nvPr/>
            </p:nvSpPr>
            <p:spPr>
              <a:xfrm>
                <a:off x="1390650" y="3148583"/>
                <a:ext cx="1235599" cy="385120"/>
              </a:xfrm>
              <a:prstGeom prst="rect">
                <a:avLst/>
              </a:prstGeom>
              <a:solidFill>
                <a:srgbClr val="B2B2B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  <p:pic>
            <p:nvPicPr>
              <p:cNvPr id="61" name="淘宝-想搞设计PPT(倒卖必究)-61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1867" r="33694" b="5276"/>
              <a:stretch>
                <a:fillRect/>
              </a:stretch>
            </p:blipFill>
            <p:spPr>
              <a:xfrm>
                <a:off x="3787140" y="1642110"/>
                <a:ext cx="1356360" cy="1573378"/>
              </a:xfrm>
              <a:custGeom>
                <a:avLst/>
                <a:gdLst>
                  <a:gd name="connsiteX0" fmla="*/ 678180 w 1356360"/>
                  <a:gd name="connsiteY0" fmla="*/ 0 h 1573378"/>
                  <a:gd name="connsiteX1" fmla="*/ 1356360 w 1356360"/>
                  <a:gd name="connsiteY1" fmla="*/ 339090 h 1573378"/>
                  <a:gd name="connsiteX2" fmla="*/ 1356360 w 1356360"/>
                  <a:gd name="connsiteY2" fmla="*/ 1234288 h 1573378"/>
                  <a:gd name="connsiteX3" fmla="*/ 678180 w 1356360"/>
                  <a:gd name="connsiteY3" fmla="*/ 1573378 h 1573378"/>
                  <a:gd name="connsiteX4" fmla="*/ 0 w 1356360"/>
                  <a:gd name="connsiteY4" fmla="*/ 1234288 h 1573378"/>
                  <a:gd name="connsiteX5" fmla="*/ 0 w 1356360"/>
                  <a:gd name="connsiteY5" fmla="*/ 339090 h 15733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56360" h="1573378">
                    <a:moveTo>
                      <a:pt x="678180" y="0"/>
                    </a:moveTo>
                    <a:lnTo>
                      <a:pt x="1356360" y="339090"/>
                    </a:lnTo>
                    <a:lnTo>
                      <a:pt x="1356360" y="1234288"/>
                    </a:lnTo>
                    <a:lnTo>
                      <a:pt x="678180" y="1573378"/>
                    </a:lnTo>
                    <a:lnTo>
                      <a:pt x="0" y="1234288"/>
                    </a:lnTo>
                    <a:lnTo>
                      <a:pt x="0" y="339090"/>
                    </a:lnTo>
                    <a:close/>
                  </a:path>
                </a:pathLst>
              </a:custGeom>
            </p:spPr>
          </p:pic>
          <p:sp>
            <p:nvSpPr>
              <p:cNvPr id="65" name="淘宝-想搞设计PPT(倒卖必究)-65"/>
              <p:cNvSpPr txBox="1"/>
              <p:nvPr/>
            </p:nvSpPr>
            <p:spPr>
              <a:xfrm>
                <a:off x="1505751" y="3176385"/>
                <a:ext cx="1005395" cy="338550"/>
              </a:xfrm>
              <a:prstGeom prst="rect">
                <a:avLst/>
              </a:prstGeom>
              <a:noFill/>
            </p:spPr>
            <p:txBody>
              <a:bodyPr wrap="none" lIns="91436" tIns="45718" rIns="91436" bIns="45718" rtlCol="0">
                <a:spAutoFit/>
              </a:bodyPr>
              <a:lstStyle>
                <a:defPPr>
                  <a:defRPr lang="zh-CN"/>
                </a:defPPr>
                <a:lvl1pPr>
                  <a:defRPr sz="1600" b="1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</a:lstStyle>
              <a:p>
                <a:r>
                  <a:rPr lang="zh-CN" altLang="en-US" dirty="0">
                    <a:solidFill>
                      <a:schemeClr val="bg1"/>
                    </a:solidFill>
                  </a:rPr>
                  <a:t>添加标题</a:t>
                </a:r>
              </a:p>
            </p:txBody>
          </p:sp>
          <p:sp>
            <p:nvSpPr>
              <p:cNvPr id="66" name="淘宝-想搞设计PPT(倒卖必究)-66"/>
              <p:cNvSpPr/>
              <p:nvPr/>
            </p:nvSpPr>
            <p:spPr>
              <a:xfrm>
                <a:off x="1480745" y="1770483"/>
                <a:ext cx="2093109" cy="1061825"/>
              </a:xfrm>
              <a:prstGeom prst="rect">
                <a:avLst/>
              </a:prstGeom>
            </p:spPr>
            <p:txBody>
              <a:bodyPr wrap="square" lIns="91436" tIns="45718" rIns="91436" bIns="45718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论文就是用来进行科学研究和描述科研成果的文章，简称之为论文。</a:t>
                </a:r>
                <a:endParaRPr lang="en-US" altLang="zh-CN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78" name="淘宝-想搞设计PPT(倒卖必究)-78"/>
            <p:cNvSpPr/>
            <p:nvPr/>
          </p:nvSpPr>
          <p:spPr>
            <a:xfrm rot="5400000">
              <a:off x="3790297" y="1626627"/>
              <a:ext cx="1711481" cy="1475414"/>
            </a:xfrm>
            <a:prstGeom prst="hexagon">
              <a:avLst/>
            </a:prstGeom>
            <a:noFill/>
            <a:ln>
              <a:solidFill>
                <a:srgbClr val="95161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6877050" y="1502714"/>
            <a:ext cx="3964778" cy="1942282"/>
            <a:chOff x="6877050" y="1502714"/>
            <a:chExt cx="3964778" cy="1942282"/>
          </a:xfrm>
        </p:grpSpPr>
        <p:grpSp>
          <p:nvGrpSpPr>
            <p:cNvPr id="36" name="组合 35"/>
            <p:cNvGrpSpPr/>
            <p:nvPr/>
          </p:nvGrpSpPr>
          <p:grpSpPr>
            <a:xfrm>
              <a:off x="6877050" y="1502714"/>
              <a:ext cx="3905250" cy="1942282"/>
              <a:chOff x="6705600" y="1554479"/>
              <a:chExt cx="3905250" cy="1942282"/>
            </a:xfrm>
          </p:grpSpPr>
          <p:sp>
            <p:nvSpPr>
              <p:cNvPr id="54" name="淘宝-想搞设计PPT(倒卖必究)-54"/>
              <p:cNvSpPr/>
              <p:nvPr/>
            </p:nvSpPr>
            <p:spPr>
              <a:xfrm>
                <a:off x="6705600" y="1554479"/>
                <a:ext cx="3227070" cy="1798321"/>
              </a:xfrm>
              <a:prstGeom prst="rect">
                <a:avLst/>
              </a:prstGeom>
              <a:solidFill>
                <a:srgbClr val="95161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9" name="淘宝-想搞设计PPT(倒卖必究)-59"/>
              <p:cNvSpPr/>
              <p:nvPr/>
            </p:nvSpPr>
            <p:spPr>
              <a:xfrm>
                <a:off x="6873351" y="3111641"/>
                <a:ext cx="1235599" cy="385120"/>
              </a:xfrm>
              <a:prstGeom prst="rect">
                <a:avLst/>
              </a:prstGeom>
              <a:solidFill>
                <a:srgbClr val="B2B2B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  <p:pic>
            <p:nvPicPr>
              <p:cNvPr id="62" name="淘宝-想搞设计PPT(倒卖必究)-62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1789" t="5468" r="21789"/>
              <a:stretch>
                <a:fillRect/>
              </a:stretch>
            </p:blipFill>
            <p:spPr>
              <a:xfrm>
                <a:off x="9254490" y="1642109"/>
                <a:ext cx="1356360" cy="1514992"/>
              </a:xfrm>
              <a:custGeom>
                <a:avLst/>
                <a:gdLst>
                  <a:gd name="connsiteX0" fmla="*/ 678180 w 1356360"/>
                  <a:gd name="connsiteY0" fmla="*/ 0 h 1514992"/>
                  <a:gd name="connsiteX1" fmla="*/ 1356360 w 1356360"/>
                  <a:gd name="connsiteY1" fmla="*/ 339090 h 1514992"/>
                  <a:gd name="connsiteX2" fmla="*/ 1356360 w 1356360"/>
                  <a:gd name="connsiteY2" fmla="*/ 1234288 h 1514992"/>
                  <a:gd name="connsiteX3" fmla="*/ 794952 w 1356360"/>
                  <a:gd name="connsiteY3" fmla="*/ 1514992 h 1514992"/>
                  <a:gd name="connsiteX4" fmla="*/ 561408 w 1356360"/>
                  <a:gd name="connsiteY4" fmla="*/ 1514992 h 1514992"/>
                  <a:gd name="connsiteX5" fmla="*/ 0 w 1356360"/>
                  <a:gd name="connsiteY5" fmla="*/ 1234288 h 1514992"/>
                  <a:gd name="connsiteX6" fmla="*/ 0 w 1356360"/>
                  <a:gd name="connsiteY6" fmla="*/ 339090 h 15149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356360" h="1514992">
                    <a:moveTo>
                      <a:pt x="678180" y="0"/>
                    </a:moveTo>
                    <a:lnTo>
                      <a:pt x="1356360" y="339090"/>
                    </a:lnTo>
                    <a:lnTo>
                      <a:pt x="1356360" y="1234288"/>
                    </a:lnTo>
                    <a:lnTo>
                      <a:pt x="794952" y="1514992"/>
                    </a:lnTo>
                    <a:lnTo>
                      <a:pt x="561408" y="1514992"/>
                    </a:lnTo>
                    <a:lnTo>
                      <a:pt x="0" y="1234288"/>
                    </a:lnTo>
                    <a:lnTo>
                      <a:pt x="0" y="339090"/>
                    </a:lnTo>
                    <a:close/>
                  </a:path>
                </a:pathLst>
              </a:custGeom>
            </p:spPr>
          </p:pic>
          <p:grpSp>
            <p:nvGrpSpPr>
              <p:cNvPr id="9" name="组合 8"/>
              <p:cNvGrpSpPr/>
              <p:nvPr/>
            </p:nvGrpSpPr>
            <p:grpSpPr>
              <a:xfrm>
                <a:off x="6963387" y="1770483"/>
                <a:ext cx="2102022" cy="1702993"/>
                <a:chOff x="6963387" y="1770483"/>
                <a:chExt cx="2102022" cy="1702993"/>
              </a:xfrm>
            </p:grpSpPr>
            <p:sp>
              <p:nvSpPr>
                <p:cNvPr id="67" name="淘宝-想搞设计PPT(倒卖必究)-67"/>
                <p:cNvSpPr/>
                <p:nvPr/>
              </p:nvSpPr>
              <p:spPr>
                <a:xfrm>
                  <a:off x="6972300" y="1770483"/>
                  <a:ext cx="2093109" cy="1061825"/>
                </a:xfrm>
                <a:prstGeom prst="rect">
                  <a:avLst/>
                </a:prstGeom>
              </p:spPr>
              <p:txBody>
                <a:bodyPr wrap="square" lIns="91436" tIns="45718" rIns="91436" bIns="45718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:r>
                    <a:rPr lang="zh-CN" altLang="en-US" sz="1400" dirty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论文就是用来进行科学研究和描述科研成果的文章，简称之为论文。</a:t>
                  </a:r>
                  <a:endParaRPr lang="en-US" altLang="zh-CN" sz="1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8" name="淘宝-想搞设计PPT(倒卖必究)-68"/>
                <p:cNvSpPr txBox="1"/>
                <p:nvPr/>
              </p:nvSpPr>
              <p:spPr>
                <a:xfrm>
                  <a:off x="6963387" y="3134926"/>
                  <a:ext cx="1005395" cy="338550"/>
                </a:xfrm>
                <a:prstGeom prst="rect">
                  <a:avLst/>
                </a:prstGeom>
                <a:noFill/>
              </p:spPr>
              <p:txBody>
                <a:bodyPr wrap="none" lIns="91436" tIns="45718" rIns="91436" bIns="45718" rtlCol="0">
                  <a:spAutoFit/>
                </a:bodyPr>
                <a:lstStyle>
                  <a:defPPr>
                    <a:defRPr lang="zh-CN"/>
                  </a:defPPr>
                  <a:lvl1pPr>
                    <a:defRPr sz="1600" b="1">
                      <a:solidFill>
                        <a:schemeClr val="bg1">
                          <a:lumMod val="50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defRPr>
                  </a:lvl1pPr>
                </a:lstStyle>
                <a:p>
                  <a:r>
                    <a:rPr lang="zh-CN" altLang="en-US" dirty="0">
                      <a:solidFill>
                        <a:schemeClr val="bg1"/>
                      </a:solidFill>
                    </a:rPr>
                    <a:t>添加标题</a:t>
                  </a:r>
                </a:p>
              </p:txBody>
            </p:sp>
          </p:grpSp>
        </p:grpSp>
        <p:sp>
          <p:nvSpPr>
            <p:cNvPr id="79" name="淘宝-想搞设计PPT(倒卖必究)-79"/>
            <p:cNvSpPr/>
            <p:nvPr/>
          </p:nvSpPr>
          <p:spPr>
            <a:xfrm rot="5400000">
              <a:off x="9248380" y="1626627"/>
              <a:ext cx="1711481" cy="1475414"/>
            </a:xfrm>
            <a:prstGeom prst="hexagon">
              <a:avLst/>
            </a:prstGeom>
            <a:noFill/>
            <a:ln>
              <a:solidFill>
                <a:srgbClr val="95161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1409700" y="3832572"/>
            <a:ext cx="3960254" cy="1956805"/>
            <a:chOff x="1409700" y="3832572"/>
            <a:chExt cx="3960254" cy="1956805"/>
          </a:xfrm>
        </p:grpSpPr>
        <p:grpSp>
          <p:nvGrpSpPr>
            <p:cNvPr id="76" name="组合 75"/>
            <p:cNvGrpSpPr/>
            <p:nvPr/>
          </p:nvGrpSpPr>
          <p:grpSpPr>
            <a:xfrm>
              <a:off x="1409700" y="3832572"/>
              <a:ext cx="3905250" cy="1956805"/>
              <a:chOff x="1238250" y="3832572"/>
              <a:chExt cx="3905250" cy="1956805"/>
            </a:xfrm>
          </p:grpSpPr>
          <p:sp>
            <p:nvSpPr>
              <p:cNvPr id="55" name="淘宝-想搞设计PPT(倒卖必究)-55"/>
              <p:cNvSpPr/>
              <p:nvPr/>
            </p:nvSpPr>
            <p:spPr>
              <a:xfrm>
                <a:off x="1238250" y="3832572"/>
                <a:ext cx="3227070" cy="1798321"/>
              </a:xfrm>
              <a:prstGeom prst="rect">
                <a:avLst/>
              </a:prstGeom>
              <a:solidFill>
                <a:srgbClr val="95161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8" name="淘宝-想搞设计PPT(倒卖必究)-58"/>
              <p:cNvSpPr/>
              <p:nvPr/>
            </p:nvSpPr>
            <p:spPr>
              <a:xfrm>
                <a:off x="1390650" y="5404257"/>
                <a:ext cx="1235599" cy="385120"/>
              </a:xfrm>
              <a:prstGeom prst="rect">
                <a:avLst/>
              </a:prstGeom>
              <a:solidFill>
                <a:srgbClr val="B2B2B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  <p:pic>
            <p:nvPicPr>
              <p:cNvPr id="63" name="淘宝-想搞设计PPT(倒卖必究)-63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9120" t="3336" r="27236" b="3336"/>
              <a:stretch>
                <a:fillRect/>
              </a:stretch>
            </p:blipFill>
            <p:spPr>
              <a:xfrm>
                <a:off x="3787140" y="3945045"/>
                <a:ext cx="1356360" cy="1573378"/>
              </a:xfrm>
              <a:custGeom>
                <a:avLst/>
                <a:gdLst>
                  <a:gd name="connsiteX0" fmla="*/ 678180 w 1356360"/>
                  <a:gd name="connsiteY0" fmla="*/ 0 h 1573378"/>
                  <a:gd name="connsiteX1" fmla="*/ 1356360 w 1356360"/>
                  <a:gd name="connsiteY1" fmla="*/ 339090 h 1573378"/>
                  <a:gd name="connsiteX2" fmla="*/ 1356360 w 1356360"/>
                  <a:gd name="connsiteY2" fmla="*/ 1234288 h 1573378"/>
                  <a:gd name="connsiteX3" fmla="*/ 678180 w 1356360"/>
                  <a:gd name="connsiteY3" fmla="*/ 1573378 h 1573378"/>
                  <a:gd name="connsiteX4" fmla="*/ 0 w 1356360"/>
                  <a:gd name="connsiteY4" fmla="*/ 1234288 h 1573378"/>
                  <a:gd name="connsiteX5" fmla="*/ 0 w 1356360"/>
                  <a:gd name="connsiteY5" fmla="*/ 339090 h 15733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56360" h="1573378">
                    <a:moveTo>
                      <a:pt x="678180" y="0"/>
                    </a:moveTo>
                    <a:lnTo>
                      <a:pt x="1356360" y="339090"/>
                    </a:lnTo>
                    <a:lnTo>
                      <a:pt x="1356360" y="1234288"/>
                    </a:lnTo>
                    <a:lnTo>
                      <a:pt x="678180" y="1573378"/>
                    </a:lnTo>
                    <a:lnTo>
                      <a:pt x="0" y="1234288"/>
                    </a:lnTo>
                    <a:lnTo>
                      <a:pt x="0" y="339090"/>
                    </a:lnTo>
                    <a:close/>
                  </a:path>
                </a:pathLst>
              </a:custGeom>
            </p:spPr>
          </p:pic>
          <p:grpSp>
            <p:nvGrpSpPr>
              <p:cNvPr id="69" name="组合 68"/>
              <p:cNvGrpSpPr/>
              <p:nvPr/>
            </p:nvGrpSpPr>
            <p:grpSpPr>
              <a:xfrm>
                <a:off x="1534382" y="4078867"/>
                <a:ext cx="2102022" cy="1702993"/>
                <a:chOff x="6963387" y="1770483"/>
                <a:chExt cx="2102022" cy="1702993"/>
              </a:xfrm>
            </p:grpSpPr>
            <p:sp>
              <p:nvSpPr>
                <p:cNvPr id="70" name="淘宝-想搞设计PPT(倒卖必究)-70"/>
                <p:cNvSpPr/>
                <p:nvPr/>
              </p:nvSpPr>
              <p:spPr>
                <a:xfrm>
                  <a:off x="6972300" y="1770483"/>
                  <a:ext cx="2093109" cy="1061825"/>
                </a:xfrm>
                <a:prstGeom prst="rect">
                  <a:avLst/>
                </a:prstGeom>
              </p:spPr>
              <p:txBody>
                <a:bodyPr wrap="square" lIns="91436" tIns="45718" rIns="91436" bIns="45718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:r>
                    <a:rPr lang="zh-CN" altLang="en-US" sz="1400" dirty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论文就是用来进行科学研究和描述科研成果的文章，简称之为论文。</a:t>
                  </a:r>
                  <a:endParaRPr lang="en-US" altLang="zh-CN" sz="1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71" name="淘宝-想搞设计PPT(倒卖必究)-71"/>
                <p:cNvSpPr txBox="1"/>
                <p:nvPr/>
              </p:nvSpPr>
              <p:spPr>
                <a:xfrm>
                  <a:off x="6963387" y="3134926"/>
                  <a:ext cx="1005395" cy="338550"/>
                </a:xfrm>
                <a:prstGeom prst="rect">
                  <a:avLst/>
                </a:prstGeom>
                <a:noFill/>
              </p:spPr>
              <p:txBody>
                <a:bodyPr wrap="none" lIns="91436" tIns="45718" rIns="91436" bIns="45718" rtlCol="0">
                  <a:spAutoFit/>
                </a:bodyPr>
                <a:lstStyle>
                  <a:defPPr>
                    <a:defRPr lang="zh-CN"/>
                  </a:defPPr>
                  <a:lvl1pPr>
                    <a:defRPr sz="1600" b="1">
                      <a:solidFill>
                        <a:schemeClr val="bg1">
                          <a:lumMod val="50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defRPr>
                  </a:lvl1pPr>
                </a:lstStyle>
                <a:p>
                  <a:r>
                    <a:rPr lang="zh-CN" altLang="en-US" dirty="0">
                      <a:solidFill>
                        <a:schemeClr val="bg1"/>
                      </a:solidFill>
                    </a:rPr>
                    <a:t>添加标题</a:t>
                  </a:r>
                </a:p>
              </p:txBody>
            </p:sp>
          </p:grpSp>
        </p:grpSp>
        <p:sp>
          <p:nvSpPr>
            <p:cNvPr id="80" name="淘宝-想搞设计PPT(倒卖必究)-80"/>
            <p:cNvSpPr/>
            <p:nvPr/>
          </p:nvSpPr>
          <p:spPr>
            <a:xfrm rot="5400000">
              <a:off x="3776506" y="3990670"/>
              <a:ext cx="1711481" cy="1475414"/>
            </a:xfrm>
            <a:prstGeom prst="hexagon">
              <a:avLst/>
            </a:prstGeom>
            <a:noFill/>
            <a:ln>
              <a:solidFill>
                <a:srgbClr val="95161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6877050" y="3832572"/>
            <a:ext cx="3964778" cy="1986291"/>
            <a:chOff x="6877050" y="3832572"/>
            <a:chExt cx="3964778" cy="1986291"/>
          </a:xfrm>
        </p:grpSpPr>
        <p:grpSp>
          <p:nvGrpSpPr>
            <p:cNvPr id="75" name="组合 74"/>
            <p:cNvGrpSpPr/>
            <p:nvPr/>
          </p:nvGrpSpPr>
          <p:grpSpPr>
            <a:xfrm>
              <a:off x="6877050" y="3832572"/>
              <a:ext cx="3905250" cy="1986291"/>
              <a:chOff x="6705600" y="3837162"/>
              <a:chExt cx="3905250" cy="1986291"/>
            </a:xfrm>
          </p:grpSpPr>
          <p:sp>
            <p:nvSpPr>
              <p:cNvPr id="56" name="淘宝-想搞设计PPT(倒卖必究)-56"/>
              <p:cNvSpPr/>
              <p:nvPr/>
            </p:nvSpPr>
            <p:spPr>
              <a:xfrm>
                <a:off x="6705600" y="3837162"/>
                <a:ext cx="3227070" cy="1798321"/>
              </a:xfrm>
              <a:prstGeom prst="rect">
                <a:avLst/>
              </a:prstGeom>
              <a:solidFill>
                <a:srgbClr val="95161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" name="淘宝-想搞设计PPT(倒卖必究)-60"/>
              <p:cNvSpPr/>
              <p:nvPr/>
            </p:nvSpPr>
            <p:spPr>
              <a:xfrm>
                <a:off x="6873350" y="5438333"/>
                <a:ext cx="1235599" cy="385120"/>
              </a:xfrm>
              <a:prstGeom prst="rect">
                <a:avLst/>
              </a:prstGeom>
              <a:solidFill>
                <a:srgbClr val="B2B2B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  <p:pic>
            <p:nvPicPr>
              <p:cNvPr id="64" name="淘宝-想搞设计PPT(倒卖必究)-64"/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2648" t="2018" r="4965" b="1483"/>
              <a:stretch>
                <a:fillRect/>
              </a:stretch>
            </p:blipFill>
            <p:spPr>
              <a:xfrm>
                <a:off x="9254490" y="3945045"/>
                <a:ext cx="1356360" cy="1573378"/>
              </a:xfrm>
              <a:custGeom>
                <a:avLst/>
                <a:gdLst>
                  <a:gd name="connsiteX0" fmla="*/ 678180 w 1356360"/>
                  <a:gd name="connsiteY0" fmla="*/ 0 h 1573378"/>
                  <a:gd name="connsiteX1" fmla="*/ 1356360 w 1356360"/>
                  <a:gd name="connsiteY1" fmla="*/ 339090 h 1573378"/>
                  <a:gd name="connsiteX2" fmla="*/ 1356360 w 1356360"/>
                  <a:gd name="connsiteY2" fmla="*/ 1234288 h 1573378"/>
                  <a:gd name="connsiteX3" fmla="*/ 678180 w 1356360"/>
                  <a:gd name="connsiteY3" fmla="*/ 1573378 h 1573378"/>
                  <a:gd name="connsiteX4" fmla="*/ 0 w 1356360"/>
                  <a:gd name="connsiteY4" fmla="*/ 1234288 h 1573378"/>
                  <a:gd name="connsiteX5" fmla="*/ 0 w 1356360"/>
                  <a:gd name="connsiteY5" fmla="*/ 339090 h 15733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56360" h="1573378">
                    <a:moveTo>
                      <a:pt x="678180" y="0"/>
                    </a:moveTo>
                    <a:lnTo>
                      <a:pt x="1356360" y="339090"/>
                    </a:lnTo>
                    <a:lnTo>
                      <a:pt x="1356360" y="1234288"/>
                    </a:lnTo>
                    <a:lnTo>
                      <a:pt x="678180" y="1573378"/>
                    </a:lnTo>
                    <a:lnTo>
                      <a:pt x="0" y="1234288"/>
                    </a:lnTo>
                    <a:lnTo>
                      <a:pt x="0" y="339090"/>
                    </a:lnTo>
                    <a:close/>
                  </a:path>
                </a:pathLst>
              </a:custGeom>
            </p:spPr>
          </p:pic>
          <p:grpSp>
            <p:nvGrpSpPr>
              <p:cNvPr id="72" name="组合 71"/>
              <p:cNvGrpSpPr/>
              <p:nvPr/>
            </p:nvGrpSpPr>
            <p:grpSpPr>
              <a:xfrm>
                <a:off x="6985000" y="4102474"/>
                <a:ext cx="2102022" cy="1702993"/>
                <a:chOff x="6963387" y="1770483"/>
                <a:chExt cx="2102022" cy="1702993"/>
              </a:xfrm>
            </p:grpSpPr>
            <p:sp>
              <p:nvSpPr>
                <p:cNvPr id="73" name="淘宝-想搞设计PPT(倒卖必究)-73"/>
                <p:cNvSpPr/>
                <p:nvPr/>
              </p:nvSpPr>
              <p:spPr>
                <a:xfrm>
                  <a:off x="6972300" y="1770483"/>
                  <a:ext cx="2093109" cy="1061825"/>
                </a:xfrm>
                <a:prstGeom prst="rect">
                  <a:avLst/>
                </a:prstGeom>
              </p:spPr>
              <p:txBody>
                <a:bodyPr wrap="square" lIns="91436" tIns="45718" rIns="91436" bIns="45718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:r>
                    <a:rPr lang="zh-CN" altLang="en-US" sz="1400" dirty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论文就是用来进行科学研究和描述科研成果的文章，简称之为论文。</a:t>
                  </a:r>
                  <a:endParaRPr lang="en-US" altLang="zh-CN" sz="1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74" name="淘宝-想搞设计PPT(倒卖必究)-74"/>
                <p:cNvSpPr txBox="1"/>
                <p:nvPr/>
              </p:nvSpPr>
              <p:spPr>
                <a:xfrm>
                  <a:off x="6963387" y="3134926"/>
                  <a:ext cx="1005395" cy="338550"/>
                </a:xfrm>
                <a:prstGeom prst="rect">
                  <a:avLst/>
                </a:prstGeom>
                <a:noFill/>
              </p:spPr>
              <p:txBody>
                <a:bodyPr wrap="none" lIns="91436" tIns="45718" rIns="91436" bIns="45718" rtlCol="0">
                  <a:spAutoFit/>
                </a:bodyPr>
                <a:lstStyle>
                  <a:defPPr>
                    <a:defRPr lang="zh-CN"/>
                  </a:defPPr>
                  <a:lvl1pPr>
                    <a:defRPr sz="1600" b="1">
                      <a:solidFill>
                        <a:schemeClr val="bg1">
                          <a:lumMod val="50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defRPr>
                  </a:lvl1pPr>
                </a:lstStyle>
                <a:p>
                  <a:r>
                    <a:rPr lang="zh-CN" altLang="en-US" dirty="0">
                      <a:solidFill>
                        <a:schemeClr val="bg1"/>
                      </a:solidFill>
                    </a:rPr>
                    <a:t>添加标题</a:t>
                  </a:r>
                </a:p>
              </p:txBody>
            </p:sp>
          </p:grpSp>
        </p:grpSp>
        <p:sp>
          <p:nvSpPr>
            <p:cNvPr id="81" name="淘宝-想搞设计PPT(倒卖必究)-81"/>
            <p:cNvSpPr/>
            <p:nvPr/>
          </p:nvSpPr>
          <p:spPr>
            <a:xfrm rot="5400000">
              <a:off x="9248380" y="3978821"/>
              <a:ext cx="1711481" cy="1475414"/>
            </a:xfrm>
            <a:prstGeom prst="hexagon">
              <a:avLst/>
            </a:prstGeom>
            <a:noFill/>
            <a:ln>
              <a:solidFill>
                <a:srgbClr val="95161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82" name="Picture 81" descr="合肥工业大学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57851" y="6221713"/>
            <a:ext cx="1835216" cy="435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95475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0">
        <p15:prstTrans prst="peelOff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-254000" y="201683"/>
            <a:ext cx="898070" cy="523220"/>
            <a:chOff x="-254000" y="201683"/>
            <a:chExt cx="898070" cy="523220"/>
          </a:xfrm>
        </p:grpSpPr>
        <p:sp>
          <p:nvSpPr>
            <p:cNvPr id="20" name="淘宝-想搞设计PPT(倒卖必究)-20"/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9516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淘宝-想搞设计PPT(倒卖必究)-21"/>
            <p:cNvSpPr txBox="1"/>
            <p:nvPr/>
          </p:nvSpPr>
          <p:spPr>
            <a:xfrm>
              <a:off x="65706" y="201683"/>
              <a:ext cx="4676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2" name="淘宝-想搞设计PPT(倒卖必究)-22"/>
          <p:cNvSpPr txBox="1"/>
          <p:nvPr/>
        </p:nvSpPr>
        <p:spPr>
          <a:xfrm>
            <a:off x="701167" y="144940"/>
            <a:ext cx="3057239" cy="58477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研究方法与思路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796505" y="217491"/>
            <a:ext cx="10128992" cy="439541"/>
            <a:chOff x="3796505" y="217491"/>
            <a:chExt cx="10128992" cy="439541"/>
          </a:xfrm>
        </p:grpSpPr>
        <p:sp>
          <p:nvSpPr>
            <p:cNvPr id="19" name="淘宝-想搞设计PPT(倒卖必究)-19"/>
            <p:cNvSpPr/>
            <p:nvPr/>
          </p:nvSpPr>
          <p:spPr>
            <a:xfrm>
              <a:off x="3796505" y="217491"/>
              <a:ext cx="8909791" cy="328609"/>
            </a:xfrm>
            <a:prstGeom prst="roundRect">
              <a:avLst>
                <a:gd name="adj" fmla="val 50000"/>
              </a:avLst>
            </a:prstGeom>
            <a:solidFill>
              <a:srgbClr val="9516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淘宝-想搞设计PPT(倒卖必究)-23"/>
            <p:cNvSpPr/>
            <p:nvPr/>
          </p:nvSpPr>
          <p:spPr>
            <a:xfrm flipV="1">
              <a:off x="3841697" y="621032"/>
              <a:ext cx="10083800" cy="36000"/>
            </a:xfrm>
            <a:prstGeom prst="roundRect">
              <a:avLst>
                <a:gd name="adj" fmla="val 50000"/>
              </a:avLst>
            </a:prstGeom>
            <a:solidFill>
              <a:srgbClr val="9516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淘宝-想搞设计PPT(倒卖必究)-24"/>
            <p:cNvSpPr/>
            <p:nvPr/>
          </p:nvSpPr>
          <p:spPr>
            <a:xfrm>
              <a:off x="3841697" y="230597"/>
              <a:ext cx="1791316" cy="276995"/>
            </a:xfrm>
            <a:prstGeom prst="rect">
              <a:avLst/>
            </a:prstGeom>
          </p:spPr>
          <p:txBody>
            <a:bodyPr wrap="none" lIns="91436" tIns="45718" rIns="91436" bIns="45718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RESEARCH METHODS</a:t>
              </a: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088002" y="1972013"/>
            <a:ext cx="2865891" cy="1073162"/>
            <a:chOff x="1088002" y="1972013"/>
            <a:chExt cx="2865891" cy="1073162"/>
          </a:xfrm>
        </p:grpSpPr>
        <p:sp>
          <p:nvSpPr>
            <p:cNvPr id="11" name="淘宝-想搞设计PPT(倒卖必究)-11"/>
            <p:cNvSpPr txBox="1"/>
            <p:nvPr/>
          </p:nvSpPr>
          <p:spPr>
            <a:xfrm>
              <a:off x="1088002" y="1972013"/>
              <a:ext cx="1293936" cy="338550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>
                  <a:solidFill>
                    <a:srgbClr val="7F7F7F"/>
                  </a:solidFill>
                </a:rPr>
                <a:t>添加标题</a:t>
              </a:r>
            </a:p>
          </p:txBody>
        </p:sp>
        <p:sp>
          <p:nvSpPr>
            <p:cNvPr id="15" name="淘宝-想搞设计PPT(倒卖必究)-15"/>
            <p:cNvSpPr/>
            <p:nvPr/>
          </p:nvSpPr>
          <p:spPr>
            <a:xfrm>
              <a:off x="1088002" y="2306515"/>
              <a:ext cx="2865891" cy="738660"/>
            </a:xfrm>
            <a:prstGeom prst="rect">
              <a:avLst/>
            </a:prstGeom>
          </p:spPr>
          <p:txBody>
            <a:bodyPr wrap="square" lIns="91436" tIns="45718" rIns="91436" bIns="45718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4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论文就是用来进行科学研究和描述科研成果的文章，简称之为论文。</a:t>
              </a:r>
              <a:endParaRPr lang="en-US" altLang="zh-CN" sz="1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1088002" y="4342322"/>
            <a:ext cx="2865891" cy="1018317"/>
            <a:chOff x="1088002" y="4342322"/>
            <a:chExt cx="2865891" cy="1018317"/>
          </a:xfrm>
        </p:grpSpPr>
        <p:sp>
          <p:nvSpPr>
            <p:cNvPr id="12" name="淘宝-想搞设计PPT(倒卖必究)-12"/>
            <p:cNvSpPr txBox="1"/>
            <p:nvPr/>
          </p:nvSpPr>
          <p:spPr>
            <a:xfrm>
              <a:off x="1088002" y="4342322"/>
              <a:ext cx="1293936" cy="338550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>
                  <a:solidFill>
                    <a:srgbClr val="7F7F7F"/>
                  </a:solidFill>
                </a:rPr>
                <a:t>添加标题</a:t>
              </a:r>
            </a:p>
          </p:txBody>
        </p:sp>
        <p:sp>
          <p:nvSpPr>
            <p:cNvPr id="16" name="淘宝-想搞设计PPT(倒卖必究)-16"/>
            <p:cNvSpPr/>
            <p:nvPr/>
          </p:nvSpPr>
          <p:spPr>
            <a:xfrm>
              <a:off x="1088002" y="4621979"/>
              <a:ext cx="2865891" cy="738660"/>
            </a:xfrm>
            <a:prstGeom prst="rect">
              <a:avLst/>
            </a:prstGeom>
          </p:spPr>
          <p:txBody>
            <a:bodyPr wrap="square" lIns="91436" tIns="45718" rIns="91436" bIns="45718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4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论文就是用来进行科学研究和描述科研成果的文章，简称之为论文。</a:t>
              </a:r>
              <a:endParaRPr lang="en-US" altLang="zh-CN" sz="1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8238108" y="1972013"/>
            <a:ext cx="2865891" cy="1073162"/>
            <a:chOff x="8238108" y="1972013"/>
            <a:chExt cx="2865891" cy="1073162"/>
          </a:xfrm>
        </p:grpSpPr>
        <p:sp>
          <p:nvSpPr>
            <p:cNvPr id="13" name="淘宝-想搞设计PPT(倒卖必究)-13"/>
            <p:cNvSpPr txBox="1"/>
            <p:nvPr/>
          </p:nvSpPr>
          <p:spPr>
            <a:xfrm>
              <a:off x="8238108" y="1972013"/>
              <a:ext cx="1293936" cy="338550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>
                  <a:solidFill>
                    <a:srgbClr val="7F7F7F"/>
                  </a:solidFill>
                </a:rPr>
                <a:t>添加标题</a:t>
              </a:r>
            </a:p>
          </p:txBody>
        </p:sp>
        <p:sp>
          <p:nvSpPr>
            <p:cNvPr id="17" name="淘宝-想搞设计PPT(倒卖必究)-17"/>
            <p:cNvSpPr/>
            <p:nvPr/>
          </p:nvSpPr>
          <p:spPr>
            <a:xfrm>
              <a:off x="8238108" y="2306515"/>
              <a:ext cx="2865891" cy="738660"/>
            </a:xfrm>
            <a:prstGeom prst="rect">
              <a:avLst/>
            </a:prstGeom>
          </p:spPr>
          <p:txBody>
            <a:bodyPr wrap="square" lIns="91436" tIns="45718" rIns="91436" bIns="45718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4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论文就是用来进行科学研究和描述科研成果的文章，简称之为论文。</a:t>
              </a:r>
              <a:endParaRPr lang="en-US" altLang="zh-CN" sz="1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8238107" y="4356108"/>
            <a:ext cx="2865891" cy="1059089"/>
            <a:chOff x="8238107" y="4356108"/>
            <a:chExt cx="2865891" cy="1059089"/>
          </a:xfrm>
        </p:grpSpPr>
        <p:sp>
          <p:nvSpPr>
            <p:cNvPr id="14" name="淘宝-想搞设计PPT(倒卖必究)-14"/>
            <p:cNvSpPr txBox="1"/>
            <p:nvPr/>
          </p:nvSpPr>
          <p:spPr>
            <a:xfrm>
              <a:off x="8238108" y="4356108"/>
              <a:ext cx="1293936" cy="338550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>
                  <a:solidFill>
                    <a:srgbClr val="7F7F7F"/>
                  </a:solidFill>
                </a:rPr>
                <a:t>添加标题</a:t>
              </a:r>
            </a:p>
          </p:txBody>
        </p:sp>
        <p:sp>
          <p:nvSpPr>
            <p:cNvPr id="18" name="淘宝-想搞设计PPT(倒卖必究)-18"/>
            <p:cNvSpPr/>
            <p:nvPr/>
          </p:nvSpPr>
          <p:spPr>
            <a:xfrm>
              <a:off x="8238107" y="4676537"/>
              <a:ext cx="2865891" cy="738660"/>
            </a:xfrm>
            <a:prstGeom prst="rect">
              <a:avLst/>
            </a:prstGeom>
          </p:spPr>
          <p:txBody>
            <a:bodyPr wrap="square" lIns="91436" tIns="45718" rIns="91436" bIns="45718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4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论文就是用来进行科学研究和描述科研成果的文章，简称之为论文。</a:t>
              </a:r>
              <a:endParaRPr lang="en-US" altLang="zh-CN" sz="1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4128121" y="1621250"/>
            <a:ext cx="4018103" cy="3992869"/>
            <a:chOff x="4087478" y="1778852"/>
            <a:chExt cx="4018103" cy="3992869"/>
          </a:xfrm>
        </p:grpSpPr>
        <p:pic>
          <p:nvPicPr>
            <p:cNvPr id="32" name="淘宝-想搞设计PPT(倒卖必究)-3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796" t="3857" r="32015" b="2859"/>
            <a:stretch>
              <a:fillRect/>
            </a:stretch>
          </p:blipFill>
          <p:spPr>
            <a:xfrm>
              <a:off x="4087478" y="2843203"/>
              <a:ext cx="1875165" cy="1875164"/>
            </a:xfrm>
            <a:custGeom>
              <a:avLst/>
              <a:gdLst>
                <a:gd name="connsiteX0" fmla="*/ 937583 w 1875165"/>
                <a:gd name="connsiteY0" fmla="*/ 0 h 1875164"/>
                <a:gd name="connsiteX1" fmla="*/ 1059924 w 1875165"/>
                <a:gd name="connsiteY1" fmla="*/ 50675 h 1875164"/>
                <a:gd name="connsiteX2" fmla="*/ 1824490 w 1875165"/>
                <a:gd name="connsiteY2" fmla="*/ 815241 h 1875164"/>
                <a:gd name="connsiteX3" fmla="*/ 1824490 w 1875165"/>
                <a:gd name="connsiteY3" fmla="*/ 1059923 h 1875164"/>
                <a:gd name="connsiteX4" fmla="*/ 1059924 w 1875165"/>
                <a:gd name="connsiteY4" fmla="*/ 1824489 h 1875164"/>
                <a:gd name="connsiteX5" fmla="*/ 815242 w 1875165"/>
                <a:gd name="connsiteY5" fmla="*/ 1824489 h 1875164"/>
                <a:gd name="connsiteX6" fmla="*/ 50676 w 1875165"/>
                <a:gd name="connsiteY6" fmla="*/ 1059923 h 1875164"/>
                <a:gd name="connsiteX7" fmla="*/ 50676 w 1875165"/>
                <a:gd name="connsiteY7" fmla="*/ 815241 h 1875164"/>
                <a:gd name="connsiteX8" fmla="*/ 815242 w 1875165"/>
                <a:gd name="connsiteY8" fmla="*/ 50675 h 1875164"/>
                <a:gd name="connsiteX9" fmla="*/ 937583 w 1875165"/>
                <a:gd name="connsiteY9" fmla="*/ 0 h 187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75165" h="1875164">
                  <a:moveTo>
                    <a:pt x="937583" y="0"/>
                  </a:moveTo>
                  <a:cubicBezTo>
                    <a:pt x="981862" y="0"/>
                    <a:pt x="1026141" y="16892"/>
                    <a:pt x="1059924" y="50675"/>
                  </a:cubicBezTo>
                  <a:lnTo>
                    <a:pt x="1824490" y="815241"/>
                  </a:lnTo>
                  <a:cubicBezTo>
                    <a:pt x="1892057" y="882808"/>
                    <a:pt x="1892057" y="992356"/>
                    <a:pt x="1824490" y="1059923"/>
                  </a:cubicBezTo>
                  <a:lnTo>
                    <a:pt x="1059924" y="1824489"/>
                  </a:lnTo>
                  <a:cubicBezTo>
                    <a:pt x="992357" y="1892056"/>
                    <a:pt x="882809" y="1892056"/>
                    <a:pt x="815242" y="1824489"/>
                  </a:cubicBezTo>
                  <a:lnTo>
                    <a:pt x="50676" y="1059923"/>
                  </a:lnTo>
                  <a:cubicBezTo>
                    <a:pt x="-16891" y="992356"/>
                    <a:pt x="-16891" y="882808"/>
                    <a:pt x="50676" y="815241"/>
                  </a:cubicBezTo>
                  <a:lnTo>
                    <a:pt x="815242" y="50675"/>
                  </a:lnTo>
                  <a:cubicBezTo>
                    <a:pt x="849026" y="16892"/>
                    <a:pt x="893305" y="0"/>
                    <a:pt x="937583" y="0"/>
                  </a:cubicBezTo>
                  <a:close/>
                </a:path>
              </a:pathLst>
            </a:custGeom>
          </p:spPr>
        </p:pic>
        <p:pic>
          <p:nvPicPr>
            <p:cNvPr id="31" name="淘宝-想搞设计PPT(倒卖必究)-31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334" t="5294" r="25464" b="880"/>
            <a:stretch>
              <a:fillRect/>
            </a:stretch>
          </p:blipFill>
          <p:spPr>
            <a:xfrm>
              <a:off x="5158416" y="3896557"/>
              <a:ext cx="1875165" cy="1875164"/>
            </a:xfrm>
            <a:custGeom>
              <a:avLst/>
              <a:gdLst>
                <a:gd name="connsiteX0" fmla="*/ 937583 w 1875165"/>
                <a:gd name="connsiteY0" fmla="*/ 0 h 1875164"/>
                <a:gd name="connsiteX1" fmla="*/ 1059924 w 1875165"/>
                <a:gd name="connsiteY1" fmla="*/ 50675 h 1875164"/>
                <a:gd name="connsiteX2" fmla="*/ 1824490 w 1875165"/>
                <a:gd name="connsiteY2" fmla="*/ 815241 h 1875164"/>
                <a:gd name="connsiteX3" fmla="*/ 1824490 w 1875165"/>
                <a:gd name="connsiteY3" fmla="*/ 1059923 h 1875164"/>
                <a:gd name="connsiteX4" fmla="*/ 1059924 w 1875165"/>
                <a:gd name="connsiteY4" fmla="*/ 1824489 h 1875164"/>
                <a:gd name="connsiteX5" fmla="*/ 815242 w 1875165"/>
                <a:gd name="connsiteY5" fmla="*/ 1824489 h 1875164"/>
                <a:gd name="connsiteX6" fmla="*/ 50676 w 1875165"/>
                <a:gd name="connsiteY6" fmla="*/ 1059923 h 1875164"/>
                <a:gd name="connsiteX7" fmla="*/ 50676 w 1875165"/>
                <a:gd name="connsiteY7" fmla="*/ 815241 h 1875164"/>
                <a:gd name="connsiteX8" fmla="*/ 815242 w 1875165"/>
                <a:gd name="connsiteY8" fmla="*/ 50675 h 1875164"/>
                <a:gd name="connsiteX9" fmla="*/ 937583 w 1875165"/>
                <a:gd name="connsiteY9" fmla="*/ 0 h 187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75165" h="1875164">
                  <a:moveTo>
                    <a:pt x="937583" y="0"/>
                  </a:moveTo>
                  <a:cubicBezTo>
                    <a:pt x="981862" y="0"/>
                    <a:pt x="1026141" y="16892"/>
                    <a:pt x="1059924" y="50675"/>
                  </a:cubicBezTo>
                  <a:lnTo>
                    <a:pt x="1824490" y="815241"/>
                  </a:lnTo>
                  <a:cubicBezTo>
                    <a:pt x="1892057" y="882808"/>
                    <a:pt x="1892057" y="992356"/>
                    <a:pt x="1824490" y="1059923"/>
                  </a:cubicBezTo>
                  <a:lnTo>
                    <a:pt x="1059924" y="1824489"/>
                  </a:lnTo>
                  <a:cubicBezTo>
                    <a:pt x="992357" y="1892056"/>
                    <a:pt x="882809" y="1892056"/>
                    <a:pt x="815242" y="1824489"/>
                  </a:cubicBezTo>
                  <a:lnTo>
                    <a:pt x="50676" y="1059923"/>
                  </a:lnTo>
                  <a:cubicBezTo>
                    <a:pt x="-16891" y="992356"/>
                    <a:pt x="-16891" y="882808"/>
                    <a:pt x="50676" y="815241"/>
                  </a:cubicBezTo>
                  <a:lnTo>
                    <a:pt x="815242" y="50675"/>
                  </a:lnTo>
                  <a:cubicBezTo>
                    <a:pt x="849026" y="16892"/>
                    <a:pt x="893305" y="0"/>
                    <a:pt x="937583" y="0"/>
                  </a:cubicBezTo>
                  <a:close/>
                </a:path>
              </a:pathLst>
            </a:custGeom>
          </p:spPr>
        </p:pic>
        <p:pic>
          <p:nvPicPr>
            <p:cNvPr id="30" name="淘宝-想搞设计PPT(倒卖必究)-30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912" t="976" r="15561" b="3645"/>
            <a:stretch>
              <a:fillRect/>
            </a:stretch>
          </p:blipFill>
          <p:spPr>
            <a:xfrm>
              <a:off x="5157068" y="1778852"/>
              <a:ext cx="1875165" cy="1875164"/>
            </a:xfrm>
            <a:custGeom>
              <a:avLst/>
              <a:gdLst>
                <a:gd name="connsiteX0" fmla="*/ 937583 w 1875165"/>
                <a:gd name="connsiteY0" fmla="*/ 0 h 1875164"/>
                <a:gd name="connsiteX1" fmla="*/ 1059924 w 1875165"/>
                <a:gd name="connsiteY1" fmla="*/ 50675 h 1875164"/>
                <a:gd name="connsiteX2" fmla="*/ 1824490 w 1875165"/>
                <a:gd name="connsiteY2" fmla="*/ 815241 h 1875164"/>
                <a:gd name="connsiteX3" fmla="*/ 1824490 w 1875165"/>
                <a:gd name="connsiteY3" fmla="*/ 1059923 h 1875164"/>
                <a:gd name="connsiteX4" fmla="*/ 1059924 w 1875165"/>
                <a:gd name="connsiteY4" fmla="*/ 1824489 h 1875164"/>
                <a:gd name="connsiteX5" fmla="*/ 815242 w 1875165"/>
                <a:gd name="connsiteY5" fmla="*/ 1824489 h 1875164"/>
                <a:gd name="connsiteX6" fmla="*/ 50676 w 1875165"/>
                <a:gd name="connsiteY6" fmla="*/ 1059923 h 1875164"/>
                <a:gd name="connsiteX7" fmla="*/ 50676 w 1875165"/>
                <a:gd name="connsiteY7" fmla="*/ 815241 h 1875164"/>
                <a:gd name="connsiteX8" fmla="*/ 815242 w 1875165"/>
                <a:gd name="connsiteY8" fmla="*/ 50675 h 1875164"/>
                <a:gd name="connsiteX9" fmla="*/ 937583 w 1875165"/>
                <a:gd name="connsiteY9" fmla="*/ 0 h 187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75165" h="1875164">
                  <a:moveTo>
                    <a:pt x="937583" y="0"/>
                  </a:moveTo>
                  <a:cubicBezTo>
                    <a:pt x="981862" y="0"/>
                    <a:pt x="1026141" y="16892"/>
                    <a:pt x="1059924" y="50675"/>
                  </a:cubicBezTo>
                  <a:lnTo>
                    <a:pt x="1824490" y="815241"/>
                  </a:lnTo>
                  <a:cubicBezTo>
                    <a:pt x="1892057" y="882808"/>
                    <a:pt x="1892057" y="992356"/>
                    <a:pt x="1824490" y="1059923"/>
                  </a:cubicBezTo>
                  <a:lnTo>
                    <a:pt x="1059924" y="1824489"/>
                  </a:lnTo>
                  <a:cubicBezTo>
                    <a:pt x="992357" y="1892056"/>
                    <a:pt x="882809" y="1892056"/>
                    <a:pt x="815242" y="1824489"/>
                  </a:cubicBezTo>
                  <a:lnTo>
                    <a:pt x="50676" y="1059923"/>
                  </a:lnTo>
                  <a:cubicBezTo>
                    <a:pt x="-16891" y="992356"/>
                    <a:pt x="-16891" y="882808"/>
                    <a:pt x="50676" y="815241"/>
                  </a:cubicBezTo>
                  <a:lnTo>
                    <a:pt x="815242" y="50675"/>
                  </a:lnTo>
                  <a:cubicBezTo>
                    <a:pt x="849026" y="16892"/>
                    <a:pt x="893305" y="0"/>
                    <a:pt x="937583" y="0"/>
                  </a:cubicBezTo>
                  <a:close/>
                </a:path>
              </a:pathLst>
            </a:custGeom>
          </p:spPr>
        </p:pic>
        <p:pic>
          <p:nvPicPr>
            <p:cNvPr id="29" name="淘宝-想搞设计PPT(倒卖必究)-29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565" t="3001" r="25142" b="3571"/>
            <a:stretch>
              <a:fillRect/>
            </a:stretch>
          </p:blipFill>
          <p:spPr>
            <a:xfrm>
              <a:off x="6230416" y="2843203"/>
              <a:ext cx="1875165" cy="1875164"/>
            </a:xfrm>
            <a:custGeom>
              <a:avLst/>
              <a:gdLst>
                <a:gd name="connsiteX0" fmla="*/ 937583 w 1875165"/>
                <a:gd name="connsiteY0" fmla="*/ 0 h 1875164"/>
                <a:gd name="connsiteX1" fmla="*/ 1059924 w 1875165"/>
                <a:gd name="connsiteY1" fmla="*/ 50675 h 1875164"/>
                <a:gd name="connsiteX2" fmla="*/ 1824490 w 1875165"/>
                <a:gd name="connsiteY2" fmla="*/ 815241 h 1875164"/>
                <a:gd name="connsiteX3" fmla="*/ 1824490 w 1875165"/>
                <a:gd name="connsiteY3" fmla="*/ 1059923 h 1875164"/>
                <a:gd name="connsiteX4" fmla="*/ 1059924 w 1875165"/>
                <a:gd name="connsiteY4" fmla="*/ 1824489 h 1875164"/>
                <a:gd name="connsiteX5" fmla="*/ 815242 w 1875165"/>
                <a:gd name="connsiteY5" fmla="*/ 1824489 h 1875164"/>
                <a:gd name="connsiteX6" fmla="*/ 50676 w 1875165"/>
                <a:gd name="connsiteY6" fmla="*/ 1059923 h 1875164"/>
                <a:gd name="connsiteX7" fmla="*/ 50676 w 1875165"/>
                <a:gd name="connsiteY7" fmla="*/ 815241 h 1875164"/>
                <a:gd name="connsiteX8" fmla="*/ 815242 w 1875165"/>
                <a:gd name="connsiteY8" fmla="*/ 50675 h 1875164"/>
                <a:gd name="connsiteX9" fmla="*/ 937583 w 1875165"/>
                <a:gd name="connsiteY9" fmla="*/ 0 h 187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75165" h="1875164">
                  <a:moveTo>
                    <a:pt x="937583" y="0"/>
                  </a:moveTo>
                  <a:cubicBezTo>
                    <a:pt x="981862" y="0"/>
                    <a:pt x="1026141" y="16892"/>
                    <a:pt x="1059924" y="50675"/>
                  </a:cubicBezTo>
                  <a:lnTo>
                    <a:pt x="1824490" y="815241"/>
                  </a:lnTo>
                  <a:cubicBezTo>
                    <a:pt x="1892057" y="882808"/>
                    <a:pt x="1892057" y="992356"/>
                    <a:pt x="1824490" y="1059923"/>
                  </a:cubicBezTo>
                  <a:lnTo>
                    <a:pt x="1059924" y="1824489"/>
                  </a:lnTo>
                  <a:cubicBezTo>
                    <a:pt x="992357" y="1892056"/>
                    <a:pt x="882809" y="1892056"/>
                    <a:pt x="815242" y="1824489"/>
                  </a:cubicBezTo>
                  <a:lnTo>
                    <a:pt x="50676" y="1059923"/>
                  </a:lnTo>
                  <a:cubicBezTo>
                    <a:pt x="-16891" y="992356"/>
                    <a:pt x="-16891" y="882808"/>
                    <a:pt x="50676" y="815241"/>
                  </a:cubicBezTo>
                  <a:lnTo>
                    <a:pt x="815242" y="50675"/>
                  </a:lnTo>
                  <a:cubicBezTo>
                    <a:pt x="849026" y="16892"/>
                    <a:pt x="893305" y="0"/>
                    <a:pt x="937583" y="0"/>
                  </a:cubicBezTo>
                  <a:close/>
                </a:path>
              </a:pathLst>
            </a:custGeom>
          </p:spPr>
        </p:pic>
        <p:sp>
          <p:nvSpPr>
            <p:cNvPr id="7" name="淘宝-想搞设计PPT(倒卖必究)-7"/>
            <p:cNvSpPr/>
            <p:nvPr/>
          </p:nvSpPr>
          <p:spPr>
            <a:xfrm>
              <a:off x="5633013" y="3309806"/>
              <a:ext cx="941958" cy="941958"/>
            </a:xfrm>
            <a:prstGeom prst="ellipse">
              <a:avLst/>
            </a:prstGeom>
            <a:solidFill>
              <a:srgbClr val="9516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9" name="Group 4"/>
            <p:cNvGrpSpPr>
              <a:grpSpLocks noChangeAspect="1"/>
            </p:cNvGrpSpPr>
            <p:nvPr/>
          </p:nvGrpSpPr>
          <p:grpSpPr bwMode="auto">
            <a:xfrm>
              <a:off x="5883036" y="3513554"/>
              <a:ext cx="423228" cy="523466"/>
              <a:chOff x="3688" y="1972"/>
              <a:chExt cx="304" cy="376"/>
            </a:xfrm>
          </p:grpSpPr>
          <p:sp>
            <p:nvSpPr>
              <p:cNvPr id="33" name="淘宝-想搞设计PPT(倒卖必究)-33"/>
              <p:cNvSpPr>
                <a:spLocks noChangeAspect="1" noChangeArrowheads="1" noTextEdit="1"/>
              </p:cNvSpPr>
              <p:nvPr/>
            </p:nvSpPr>
            <p:spPr bwMode="auto">
              <a:xfrm>
                <a:off x="3688" y="1972"/>
                <a:ext cx="304" cy="3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4" name="淘宝-想搞设计PPT(倒卖必究)-34"/>
              <p:cNvSpPr>
                <a:spLocks noEditPoints="1"/>
              </p:cNvSpPr>
              <p:nvPr/>
            </p:nvSpPr>
            <p:spPr bwMode="auto">
              <a:xfrm>
                <a:off x="3681" y="1970"/>
                <a:ext cx="309" cy="380"/>
              </a:xfrm>
              <a:custGeom>
                <a:avLst/>
                <a:gdLst>
                  <a:gd name="T0" fmla="*/ 61 w 128"/>
                  <a:gd name="T1" fmla="*/ 17 h 158"/>
                  <a:gd name="T2" fmla="*/ 64 w 128"/>
                  <a:gd name="T3" fmla="*/ 67 h 158"/>
                  <a:gd name="T4" fmla="*/ 68 w 128"/>
                  <a:gd name="T5" fmla="*/ 53 h 158"/>
                  <a:gd name="T6" fmla="*/ 77 w 128"/>
                  <a:gd name="T7" fmla="*/ 47 h 158"/>
                  <a:gd name="T8" fmla="*/ 84 w 128"/>
                  <a:gd name="T9" fmla="*/ 60 h 158"/>
                  <a:gd name="T10" fmla="*/ 89 w 128"/>
                  <a:gd name="T11" fmla="*/ 61 h 158"/>
                  <a:gd name="T12" fmla="*/ 94 w 128"/>
                  <a:gd name="T13" fmla="*/ 53 h 158"/>
                  <a:gd name="T14" fmla="*/ 105 w 128"/>
                  <a:gd name="T15" fmla="*/ 60 h 158"/>
                  <a:gd name="T16" fmla="*/ 104 w 128"/>
                  <a:gd name="T17" fmla="*/ 63 h 158"/>
                  <a:gd name="T18" fmla="*/ 104 w 128"/>
                  <a:gd name="T19" fmla="*/ 71 h 158"/>
                  <a:gd name="T20" fmla="*/ 106 w 128"/>
                  <a:gd name="T21" fmla="*/ 69 h 158"/>
                  <a:gd name="T22" fmla="*/ 116 w 128"/>
                  <a:gd name="T23" fmla="*/ 69 h 158"/>
                  <a:gd name="T24" fmla="*/ 101 w 128"/>
                  <a:gd name="T25" fmla="*/ 131 h 158"/>
                  <a:gd name="T26" fmla="*/ 56 w 128"/>
                  <a:gd name="T27" fmla="*/ 148 h 158"/>
                  <a:gd name="T28" fmla="*/ 40 w 128"/>
                  <a:gd name="T29" fmla="*/ 112 h 158"/>
                  <a:gd name="T30" fmla="*/ 14 w 128"/>
                  <a:gd name="T31" fmla="*/ 80 h 158"/>
                  <a:gd name="T32" fmla="*/ 25 w 128"/>
                  <a:gd name="T33" fmla="*/ 79 h 158"/>
                  <a:gd name="T34" fmla="*/ 42 w 128"/>
                  <a:gd name="T35" fmla="*/ 91 h 158"/>
                  <a:gd name="T36" fmla="*/ 46 w 128"/>
                  <a:gd name="T37" fmla="*/ 18 h 158"/>
                  <a:gd name="T38" fmla="*/ 53 w 128"/>
                  <a:gd name="T39" fmla="*/ 10 h 158"/>
                  <a:gd name="T40" fmla="*/ 53 w 128"/>
                  <a:gd name="T41" fmla="*/ 0 h 158"/>
                  <a:gd name="T42" fmla="*/ 36 w 128"/>
                  <a:gd name="T43" fmla="*/ 18 h 158"/>
                  <a:gd name="T44" fmla="*/ 36 w 128"/>
                  <a:gd name="T45" fmla="*/ 75 h 158"/>
                  <a:gd name="T46" fmla="*/ 20 w 128"/>
                  <a:gd name="T47" fmla="*/ 67 h 158"/>
                  <a:gd name="T48" fmla="*/ 8 w 128"/>
                  <a:gd name="T49" fmla="*/ 98 h 158"/>
                  <a:gd name="T50" fmla="*/ 46 w 128"/>
                  <a:gd name="T51" fmla="*/ 135 h 158"/>
                  <a:gd name="T52" fmla="*/ 46 w 128"/>
                  <a:gd name="T53" fmla="*/ 158 h 158"/>
                  <a:gd name="T54" fmla="*/ 101 w 128"/>
                  <a:gd name="T55" fmla="*/ 158 h 158"/>
                  <a:gd name="T56" fmla="*/ 111 w 128"/>
                  <a:gd name="T57" fmla="*/ 148 h 158"/>
                  <a:gd name="T58" fmla="*/ 125 w 128"/>
                  <a:gd name="T59" fmla="*/ 87 h 158"/>
                  <a:gd name="T60" fmla="*/ 125 w 128"/>
                  <a:gd name="T61" fmla="*/ 86 h 158"/>
                  <a:gd name="T62" fmla="*/ 128 w 128"/>
                  <a:gd name="T63" fmla="*/ 74 h 158"/>
                  <a:gd name="T64" fmla="*/ 115 w 128"/>
                  <a:gd name="T65" fmla="*/ 57 h 158"/>
                  <a:gd name="T66" fmla="*/ 94 w 128"/>
                  <a:gd name="T67" fmla="*/ 43 h 158"/>
                  <a:gd name="T68" fmla="*/ 77 w 128"/>
                  <a:gd name="T69" fmla="*/ 37 h 158"/>
                  <a:gd name="T70" fmla="*/ 71 w 128"/>
                  <a:gd name="T71" fmla="*/ 38 h 158"/>
                  <a:gd name="T72" fmla="*/ 71 w 128"/>
                  <a:gd name="T73" fmla="*/ 17 h 158"/>
                  <a:gd name="T74" fmla="*/ 53 w 128"/>
                  <a:gd name="T75" fmla="*/ 0 h 1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28" h="158">
                    <a:moveTo>
                      <a:pt x="53" y="10"/>
                    </a:moveTo>
                    <a:cubicBezTo>
                      <a:pt x="57" y="10"/>
                      <a:pt x="61" y="13"/>
                      <a:pt x="61" y="17"/>
                    </a:cubicBezTo>
                    <a:cubicBezTo>
                      <a:pt x="61" y="17"/>
                      <a:pt x="61" y="63"/>
                      <a:pt x="61" y="64"/>
                    </a:cubicBezTo>
                    <a:cubicBezTo>
                      <a:pt x="61" y="66"/>
                      <a:pt x="62" y="67"/>
                      <a:pt x="64" y="67"/>
                    </a:cubicBezTo>
                    <a:cubicBezTo>
                      <a:pt x="66" y="67"/>
                      <a:pt x="68" y="65"/>
                      <a:pt x="68" y="60"/>
                    </a:cubicBezTo>
                    <a:cubicBezTo>
                      <a:pt x="68" y="53"/>
                      <a:pt x="68" y="53"/>
                      <a:pt x="68" y="53"/>
                    </a:cubicBezTo>
                    <a:cubicBezTo>
                      <a:pt x="68" y="49"/>
                      <a:pt x="71" y="47"/>
                      <a:pt x="75" y="47"/>
                    </a:cubicBezTo>
                    <a:cubicBezTo>
                      <a:pt x="76" y="47"/>
                      <a:pt x="76" y="47"/>
                      <a:pt x="77" y="47"/>
                    </a:cubicBezTo>
                    <a:cubicBezTo>
                      <a:pt x="80" y="47"/>
                      <a:pt x="83" y="48"/>
                      <a:pt x="83" y="52"/>
                    </a:cubicBezTo>
                    <a:cubicBezTo>
                      <a:pt x="84" y="60"/>
                      <a:pt x="84" y="60"/>
                      <a:pt x="84" y="60"/>
                    </a:cubicBezTo>
                    <a:cubicBezTo>
                      <a:pt x="84" y="63"/>
                      <a:pt x="85" y="63"/>
                      <a:pt x="86" y="63"/>
                    </a:cubicBezTo>
                    <a:cubicBezTo>
                      <a:pt x="87" y="63"/>
                      <a:pt x="89" y="61"/>
                      <a:pt x="89" y="61"/>
                    </a:cubicBezTo>
                    <a:cubicBezTo>
                      <a:pt x="89" y="58"/>
                      <a:pt x="89" y="58"/>
                      <a:pt x="89" y="58"/>
                    </a:cubicBezTo>
                    <a:cubicBezTo>
                      <a:pt x="90" y="54"/>
                      <a:pt x="92" y="53"/>
                      <a:pt x="94" y="53"/>
                    </a:cubicBezTo>
                    <a:cubicBezTo>
                      <a:pt x="95" y="53"/>
                      <a:pt x="96" y="53"/>
                      <a:pt x="97" y="54"/>
                    </a:cubicBezTo>
                    <a:cubicBezTo>
                      <a:pt x="101" y="54"/>
                      <a:pt x="105" y="56"/>
                      <a:pt x="105" y="60"/>
                    </a:cubicBezTo>
                    <a:cubicBezTo>
                      <a:pt x="104" y="63"/>
                      <a:pt x="104" y="63"/>
                      <a:pt x="104" y="63"/>
                    </a:cubicBezTo>
                    <a:cubicBezTo>
                      <a:pt x="104" y="63"/>
                      <a:pt x="104" y="63"/>
                      <a:pt x="104" y="63"/>
                    </a:cubicBezTo>
                    <a:cubicBezTo>
                      <a:pt x="104" y="63"/>
                      <a:pt x="101" y="72"/>
                      <a:pt x="103" y="72"/>
                    </a:cubicBezTo>
                    <a:cubicBezTo>
                      <a:pt x="104" y="72"/>
                      <a:pt x="104" y="72"/>
                      <a:pt x="104" y="71"/>
                    </a:cubicBezTo>
                    <a:cubicBezTo>
                      <a:pt x="104" y="71"/>
                      <a:pt x="104" y="71"/>
                      <a:pt x="104" y="71"/>
                    </a:cubicBezTo>
                    <a:cubicBezTo>
                      <a:pt x="106" y="69"/>
                      <a:pt x="106" y="69"/>
                      <a:pt x="106" y="69"/>
                    </a:cubicBezTo>
                    <a:cubicBezTo>
                      <a:pt x="107" y="67"/>
                      <a:pt x="109" y="67"/>
                      <a:pt x="110" y="67"/>
                    </a:cubicBezTo>
                    <a:cubicBezTo>
                      <a:pt x="112" y="67"/>
                      <a:pt x="113" y="68"/>
                      <a:pt x="116" y="69"/>
                    </a:cubicBezTo>
                    <a:cubicBezTo>
                      <a:pt x="119" y="71"/>
                      <a:pt x="118" y="75"/>
                      <a:pt x="116" y="83"/>
                    </a:cubicBezTo>
                    <a:cubicBezTo>
                      <a:pt x="101" y="131"/>
                      <a:pt x="101" y="131"/>
                      <a:pt x="101" y="131"/>
                    </a:cubicBezTo>
                    <a:cubicBezTo>
                      <a:pt x="101" y="148"/>
                      <a:pt x="101" y="148"/>
                      <a:pt x="101" y="148"/>
                    </a:cubicBezTo>
                    <a:cubicBezTo>
                      <a:pt x="56" y="148"/>
                      <a:pt x="56" y="148"/>
                      <a:pt x="56" y="148"/>
                    </a:cubicBezTo>
                    <a:cubicBezTo>
                      <a:pt x="56" y="130"/>
                      <a:pt x="56" y="130"/>
                      <a:pt x="56" y="130"/>
                    </a:cubicBezTo>
                    <a:cubicBezTo>
                      <a:pt x="56" y="130"/>
                      <a:pt x="48" y="125"/>
                      <a:pt x="40" y="112"/>
                    </a:cubicBezTo>
                    <a:cubicBezTo>
                      <a:pt x="15" y="90"/>
                      <a:pt x="15" y="90"/>
                      <a:pt x="15" y="90"/>
                    </a:cubicBezTo>
                    <a:cubicBezTo>
                      <a:pt x="12" y="88"/>
                      <a:pt x="11" y="83"/>
                      <a:pt x="14" y="80"/>
                    </a:cubicBezTo>
                    <a:cubicBezTo>
                      <a:pt x="15" y="78"/>
                      <a:pt x="18" y="77"/>
                      <a:pt x="20" y="77"/>
                    </a:cubicBezTo>
                    <a:cubicBezTo>
                      <a:pt x="22" y="77"/>
                      <a:pt x="23" y="77"/>
                      <a:pt x="25" y="79"/>
                    </a:cubicBezTo>
                    <a:cubicBezTo>
                      <a:pt x="39" y="90"/>
                      <a:pt x="39" y="90"/>
                      <a:pt x="39" y="90"/>
                    </a:cubicBezTo>
                    <a:cubicBezTo>
                      <a:pt x="40" y="91"/>
                      <a:pt x="41" y="91"/>
                      <a:pt x="42" y="91"/>
                    </a:cubicBezTo>
                    <a:cubicBezTo>
                      <a:pt x="45" y="91"/>
                      <a:pt x="46" y="84"/>
                      <a:pt x="46" y="67"/>
                    </a:cubicBezTo>
                    <a:cubicBezTo>
                      <a:pt x="46" y="18"/>
                      <a:pt x="46" y="18"/>
                      <a:pt x="46" y="18"/>
                    </a:cubicBezTo>
                    <a:cubicBezTo>
                      <a:pt x="45" y="14"/>
                      <a:pt x="49" y="10"/>
                      <a:pt x="53" y="10"/>
                    </a:cubicBezTo>
                    <a:cubicBezTo>
                      <a:pt x="53" y="10"/>
                      <a:pt x="53" y="10"/>
                      <a:pt x="53" y="10"/>
                    </a:cubicBezTo>
                    <a:moveTo>
                      <a:pt x="53" y="0"/>
                    </a:moveTo>
                    <a:cubicBezTo>
                      <a:pt x="53" y="0"/>
                      <a:pt x="53" y="0"/>
                      <a:pt x="53" y="0"/>
                    </a:cubicBezTo>
                    <a:cubicBezTo>
                      <a:pt x="48" y="0"/>
                      <a:pt x="43" y="2"/>
                      <a:pt x="40" y="6"/>
                    </a:cubicBezTo>
                    <a:cubicBezTo>
                      <a:pt x="37" y="9"/>
                      <a:pt x="35" y="13"/>
                      <a:pt x="36" y="18"/>
                    </a:cubicBezTo>
                    <a:cubicBezTo>
                      <a:pt x="36" y="67"/>
                      <a:pt x="36" y="67"/>
                      <a:pt x="36" y="67"/>
                    </a:cubicBezTo>
                    <a:cubicBezTo>
                      <a:pt x="36" y="70"/>
                      <a:pt x="36" y="73"/>
                      <a:pt x="36" y="75"/>
                    </a:cubicBezTo>
                    <a:cubicBezTo>
                      <a:pt x="31" y="71"/>
                      <a:pt x="31" y="71"/>
                      <a:pt x="31" y="71"/>
                    </a:cubicBezTo>
                    <a:cubicBezTo>
                      <a:pt x="28" y="68"/>
                      <a:pt x="24" y="67"/>
                      <a:pt x="20" y="67"/>
                    </a:cubicBezTo>
                    <a:cubicBezTo>
                      <a:pt x="15" y="67"/>
                      <a:pt x="10" y="69"/>
                      <a:pt x="6" y="73"/>
                    </a:cubicBezTo>
                    <a:cubicBezTo>
                      <a:pt x="0" y="81"/>
                      <a:pt x="1" y="92"/>
                      <a:pt x="8" y="98"/>
                    </a:cubicBezTo>
                    <a:cubicBezTo>
                      <a:pt x="32" y="118"/>
                      <a:pt x="32" y="118"/>
                      <a:pt x="32" y="118"/>
                    </a:cubicBezTo>
                    <a:cubicBezTo>
                      <a:pt x="37" y="127"/>
                      <a:pt x="42" y="132"/>
                      <a:pt x="46" y="135"/>
                    </a:cubicBezTo>
                    <a:cubicBezTo>
                      <a:pt x="46" y="148"/>
                      <a:pt x="46" y="148"/>
                      <a:pt x="46" y="148"/>
                    </a:cubicBezTo>
                    <a:cubicBezTo>
                      <a:pt x="46" y="158"/>
                      <a:pt x="46" y="158"/>
                      <a:pt x="46" y="158"/>
                    </a:cubicBezTo>
                    <a:cubicBezTo>
                      <a:pt x="56" y="158"/>
                      <a:pt x="56" y="158"/>
                      <a:pt x="56" y="158"/>
                    </a:cubicBezTo>
                    <a:cubicBezTo>
                      <a:pt x="101" y="158"/>
                      <a:pt x="101" y="158"/>
                      <a:pt x="101" y="158"/>
                    </a:cubicBezTo>
                    <a:cubicBezTo>
                      <a:pt x="110" y="158"/>
                      <a:pt x="110" y="158"/>
                      <a:pt x="110" y="158"/>
                    </a:cubicBezTo>
                    <a:cubicBezTo>
                      <a:pt x="111" y="148"/>
                      <a:pt x="111" y="148"/>
                      <a:pt x="111" y="148"/>
                    </a:cubicBezTo>
                    <a:cubicBezTo>
                      <a:pt x="111" y="132"/>
                      <a:pt x="111" y="132"/>
                      <a:pt x="111" y="132"/>
                    </a:cubicBezTo>
                    <a:cubicBezTo>
                      <a:pt x="125" y="87"/>
                      <a:pt x="125" y="87"/>
                      <a:pt x="125" y="87"/>
                    </a:cubicBezTo>
                    <a:cubicBezTo>
                      <a:pt x="125" y="86"/>
                      <a:pt x="125" y="86"/>
                      <a:pt x="125" y="86"/>
                    </a:cubicBezTo>
                    <a:cubicBezTo>
                      <a:pt x="125" y="86"/>
                      <a:pt x="125" y="86"/>
                      <a:pt x="125" y="86"/>
                    </a:cubicBezTo>
                    <a:cubicBezTo>
                      <a:pt x="126" y="85"/>
                      <a:pt x="126" y="85"/>
                      <a:pt x="126" y="85"/>
                    </a:cubicBezTo>
                    <a:cubicBezTo>
                      <a:pt x="127" y="80"/>
                      <a:pt x="128" y="77"/>
                      <a:pt x="128" y="74"/>
                    </a:cubicBezTo>
                    <a:cubicBezTo>
                      <a:pt x="128" y="66"/>
                      <a:pt x="124" y="62"/>
                      <a:pt x="121" y="61"/>
                    </a:cubicBezTo>
                    <a:cubicBezTo>
                      <a:pt x="119" y="59"/>
                      <a:pt x="117" y="58"/>
                      <a:pt x="115" y="57"/>
                    </a:cubicBezTo>
                    <a:cubicBezTo>
                      <a:pt x="114" y="52"/>
                      <a:pt x="109" y="46"/>
                      <a:pt x="99" y="44"/>
                    </a:cubicBezTo>
                    <a:cubicBezTo>
                      <a:pt x="97" y="43"/>
                      <a:pt x="96" y="43"/>
                      <a:pt x="94" y="43"/>
                    </a:cubicBezTo>
                    <a:cubicBezTo>
                      <a:pt x="93" y="43"/>
                      <a:pt x="92" y="43"/>
                      <a:pt x="91" y="44"/>
                    </a:cubicBezTo>
                    <a:cubicBezTo>
                      <a:pt x="88" y="40"/>
                      <a:pt x="84" y="37"/>
                      <a:pt x="77" y="37"/>
                    </a:cubicBezTo>
                    <a:cubicBezTo>
                      <a:pt x="76" y="37"/>
                      <a:pt x="75" y="37"/>
                      <a:pt x="75" y="37"/>
                    </a:cubicBezTo>
                    <a:cubicBezTo>
                      <a:pt x="73" y="37"/>
                      <a:pt x="72" y="37"/>
                      <a:pt x="71" y="38"/>
                    </a:cubicBezTo>
                    <a:cubicBezTo>
                      <a:pt x="71" y="28"/>
                      <a:pt x="71" y="19"/>
                      <a:pt x="71" y="17"/>
                    </a:cubicBezTo>
                    <a:cubicBezTo>
                      <a:pt x="71" y="17"/>
                      <a:pt x="71" y="17"/>
                      <a:pt x="71" y="17"/>
                    </a:cubicBezTo>
                    <a:cubicBezTo>
                      <a:pt x="71" y="17"/>
                      <a:pt x="71" y="17"/>
                      <a:pt x="71" y="17"/>
                    </a:cubicBezTo>
                    <a:cubicBezTo>
                      <a:pt x="71" y="7"/>
                      <a:pt x="63" y="0"/>
                      <a:pt x="53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pic>
        <p:nvPicPr>
          <p:cNvPr id="44" name="Picture 43" descr="合肥工业大学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57851" y="6221713"/>
            <a:ext cx="1835216" cy="435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43841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Tm="0">
        <p15:prstTrans prst="drape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00"/>
                            </p:stCondLst>
                            <p:childTnLst>
                              <p:par>
                                <p:cTn id="40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/>
          <p:cNvGrpSpPr/>
          <p:nvPr/>
        </p:nvGrpSpPr>
        <p:grpSpPr>
          <a:xfrm>
            <a:off x="-254000" y="201683"/>
            <a:ext cx="898070" cy="523220"/>
            <a:chOff x="-254000" y="201683"/>
            <a:chExt cx="898070" cy="523220"/>
          </a:xfrm>
        </p:grpSpPr>
        <p:sp>
          <p:nvSpPr>
            <p:cNvPr id="5" name="淘宝-想搞设计PPT(倒卖必究)-5"/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9516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淘宝-想搞设计PPT(倒卖必究)-6"/>
            <p:cNvSpPr txBox="1"/>
            <p:nvPr/>
          </p:nvSpPr>
          <p:spPr>
            <a:xfrm>
              <a:off x="65706" y="201683"/>
              <a:ext cx="4676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" name="淘宝-想搞设计PPT(倒卖必究)-7"/>
          <p:cNvSpPr txBox="1"/>
          <p:nvPr/>
        </p:nvSpPr>
        <p:spPr>
          <a:xfrm>
            <a:off x="701167" y="144940"/>
            <a:ext cx="2236502" cy="58477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分析与讨论</a:t>
            </a:r>
          </a:p>
        </p:txBody>
      </p:sp>
      <p:grpSp>
        <p:nvGrpSpPr>
          <p:cNvPr id="33" name="组合 32"/>
          <p:cNvGrpSpPr/>
          <p:nvPr/>
        </p:nvGrpSpPr>
        <p:grpSpPr>
          <a:xfrm>
            <a:off x="2965397" y="217491"/>
            <a:ext cx="10096500" cy="439541"/>
            <a:chOff x="2965397" y="217491"/>
            <a:chExt cx="10096500" cy="439541"/>
          </a:xfrm>
        </p:grpSpPr>
        <p:sp>
          <p:nvSpPr>
            <p:cNvPr id="4" name="淘宝-想搞设计PPT(倒卖必究)-4"/>
            <p:cNvSpPr/>
            <p:nvPr/>
          </p:nvSpPr>
          <p:spPr>
            <a:xfrm>
              <a:off x="2965397" y="217491"/>
              <a:ext cx="10083800" cy="328609"/>
            </a:xfrm>
            <a:prstGeom prst="roundRect">
              <a:avLst>
                <a:gd name="adj" fmla="val 50000"/>
              </a:avLst>
            </a:prstGeom>
            <a:solidFill>
              <a:srgbClr val="9516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淘宝-想搞设计PPT(倒卖必究)-8"/>
            <p:cNvSpPr/>
            <p:nvPr/>
          </p:nvSpPr>
          <p:spPr>
            <a:xfrm flipV="1">
              <a:off x="2978097" y="621032"/>
              <a:ext cx="10083800" cy="36000"/>
            </a:xfrm>
            <a:prstGeom prst="roundRect">
              <a:avLst>
                <a:gd name="adj" fmla="val 50000"/>
              </a:avLst>
            </a:prstGeom>
            <a:solidFill>
              <a:srgbClr val="9516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淘宝-想搞设计PPT(倒卖必究)-9"/>
            <p:cNvSpPr/>
            <p:nvPr/>
          </p:nvSpPr>
          <p:spPr>
            <a:xfrm>
              <a:off x="3009869" y="239783"/>
              <a:ext cx="2287991" cy="276995"/>
            </a:xfrm>
            <a:prstGeom prst="rect">
              <a:avLst/>
            </a:prstGeom>
          </p:spPr>
          <p:txBody>
            <a:bodyPr wrap="none" lIns="91436" tIns="45718" rIns="91436" bIns="45718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ANALYSIS AND DISCUSSION</a:t>
              </a:r>
            </a:p>
          </p:txBody>
        </p:sp>
      </p:grpSp>
      <p:sp>
        <p:nvSpPr>
          <p:cNvPr id="10" name="淘宝-想搞设计PPT(倒卖必究)-10"/>
          <p:cNvSpPr/>
          <p:nvPr/>
        </p:nvSpPr>
        <p:spPr>
          <a:xfrm rot="10800000">
            <a:off x="6705315" y="2592697"/>
            <a:ext cx="2426208" cy="2426208"/>
          </a:xfrm>
          <a:prstGeom prst="blockArc">
            <a:avLst/>
          </a:prstGeom>
          <a:solidFill>
            <a:srgbClr val="B2B2B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1" name="淘宝-想搞设计PPT(倒卖必究)-11"/>
          <p:cNvSpPr/>
          <p:nvPr/>
        </p:nvSpPr>
        <p:spPr>
          <a:xfrm rot="10800000">
            <a:off x="3067050" y="2592697"/>
            <a:ext cx="2426208" cy="2426208"/>
          </a:xfrm>
          <a:prstGeom prst="blockArc">
            <a:avLst/>
          </a:prstGeom>
          <a:solidFill>
            <a:srgbClr val="B2B2B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2" name="淘宝-想搞设计PPT(倒卖必究)-12"/>
          <p:cNvSpPr/>
          <p:nvPr/>
        </p:nvSpPr>
        <p:spPr>
          <a:xfrm>
            <a:off x="1246124" y="2380527"/>
            <a:ext cx="2426208" cy="2426208"/>
          </a:xfrm>
          <a:prstGeom prst="blockArc">
            <a:avLst/>
          </a:prstGeom>
          <a:solidFill>
            <a:srgbClr val="95161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3" name="淘宝-想搞设计PPT(倒卖必究)-13"/>
          <p:cNvSpPr/>
          <p:nvPr/>
        </p:nvSpPr>
        <p:spPr>
          <a:xfrm>
            <a:off x="4887373" y="2380527"/>
            <a:ext cx="2426208" cy="2426208"/>
          </a:xfrm>
          <a:prstGeom prst="blockArc">
            <a:avLst/>
          </a:prstGeom>
          <a:solidFill>
            <a:srgbClr val="95161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4" name="淘宝-想搞设计PPT(倒卖必究)-14"/>
          <p:cNvSpPr/>
          <p:nvPr/>
        </p:nvSpPr>
        <p:spPr>
          <a:xfrm>
            <a:off x="8520589" y="2380527"/>
            <a:ext cx="2426208" cy="2426208"/>
          </a:xfrm>
          <a:prstGeom prst="blockArc">
            <a:avLst/>
          </a:prstGeom>
          <a:solidFill>
            <a:srgbClr val="95161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5" name="淘宝-想搞设计PPT(倒卖必究)-15"/>
          <p:cNvSpPr txBox="1"/>
          <p:nvPr/>
        </p:nvSpPr>
        <p:spPr>
          <a:xfrm>
            <a:off x="2190568" y="3219388"/>
            <a:ext cx="5020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solidFill>
                  <a:srgbClr val="95161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2000" b="1" dirty="0">
              <a:solidFill>
                <a:srgbClr val="005CA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淘宝-想搞设计PPT(倒卖必究)-16"/>
          <p:cNvSpPr txBox="1"/>
          <p:nvPr/>
        </p:nvSpPr>
        <p:spPr>
          <a:xfrm>
            <a:off x="5830709" y="3219388"/>
            <a:ext cx="5020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005CA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>
                <a:solidFill/>
              </a:rPr>
              <a:t>03</a:t>
            </a:r>
            <a:endParaRPr lang="zh-CN" altLang="en-US" dirty="0"/>
          </a:p>
        </p:txBody>
      </p:sp>
      <p:sp>
        <p:nvSpPr>
          <p:cNvPr id="17" name="淘宝-想搞设计PPT(倒卖必究)-17"/>
          <p:cNvSpPr txBox="1"/>
          <p:nvPr/>
        </p:nvSpPr>
        <p:spPr>
          <a:xfrm>
            <a:off x="9482662" y="3219388"/>
            <a:ext cx="5020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005CA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>
                <a:solidFill/>
              </a:rPr>
              <a:t>05</a:t>
            </a:r>
            <a:endParaRPr lang="zh-CN" altLang="en-US" dirty="0"/>
          </a:p>
        </p:txBody>
      </p:sp>
      <p:sp>
        <p:nvSpPr>
          <p:cNvPr id="18" name="淘宝-想搞设计PPT(倒卖必究)-18"/>
          <p:cNvSpPr txBox="1"/>
          <p:nvPr/>
        </p:nvSpPr>
        <p:spPr>
          <a:xfrm>
            <a:off x="3964454" y="3786873"/>
            <a:ext cx="6270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28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淘宝-想搞设计PPT(倒卖必究)-19"/>
          <p:cNvSpPr txBox="1"/>
          <p:nvPr/>
        </p:nvSpPr>
        <p:spPr>
          <a:xfrm>
            <a:off x="7583141" y="3786873"/>
            <a:ext cx="6270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zh-CN" altLang="en-US" sz="28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淘宝-想搞设计PPT(倒卖必究)-21"/>
          <p:cNvSpPr/>
          <p:nvPr/>
        </p:nvSpPr>
        <p:spPr>
          <a:xfrm rot="2700000">
            <a:off x="5861564" y="4001002"/>
            <a:ext cx="466916" cy="466916"/>
          </a:xfrm>
          <a:custGeom>
            <a:avLst/>
            <a:gdLst>
              <a:gd name="connsiteX0" fmla="*/ 704234 w 1072230"/>
              <a:gd name="connsiteY0" fmla="*/ 548838 h 1072230"/>
              <a:gd name="connsiteX1" fmla="*/ 693389 w 1072230"/>
              <a:gd name="connsiteY1" fmla="*/ 602554 h 1072230"/>
              <a:gd name="connsiteX2" fmla="*/ 602554 w 1072230"/>
              <a:gd name="connsiteY2" fmla="*/ 693389 h 1072230"/>
              <a:gd name="connsiteX3" fmla="*/ 568998 w 1072230"/>
              <a:gd name="connsiteY3" fmla="*/ 700164 h 1072230"/>
              <a:gd name="connsiteX4" fmla="*/ 568998 w 1072230"/>
              <a:gd name="connsiteY4" fmla="*/ 879092 h 1072230"/>
              <a:gd name="connsiteX5" fmla="*/ 598094 w 1072230"/>
              <a:gd name="connsiteY5" fmla="*/ 876524 h 1072230"/>
              <a:gd name="connsiteX6" fmla="*/ 879131 w 1072230"/>
              <a:gd name="connsiteY6" fmla="*/ 602427 h 1072230"/>
              <a:gd name="connsiteX7" fmla="*/ 884533 w 1072230"/>
              <a:gd name="connsiteY7" fmla="*/ 548838 h 1072230"/>
              <a:gd name="connsiteX8" fmla="*/ 187697 w 1072230"/>
              <a:gd name="connsiteY8" fmla="*/ 548838 h 1072230"/>
              <a:gd name="connsiteX9" fmla="*/ 193099 w 1072230"/>
              <a:gd name="connsiteY9" fmla="*/ 602427 h 1072230"/>
              <a:gd name="connsiteX10" fmla="*/ 474136 w 1072230"/>
              <a:gd name="connsiteY10" fmla="*/ 876524 h 1072230"/>
              <a:gd name="connsiteX11" fmla="*/ 509616 w 1072230"/>
              <a:gd name="connsiteY11" fmla="*/ 879655 h 1072230"/>
              <a:gd name="connsiteX12" fmla="*/ 509616 w 1072230"/>
              <a:gd name="connsiteY12" fmla="*/ 701453 h 1072230"/>
              <a:gd name="connsiteX13" fmla="*/ 469676 w 1072230"/>
              <a:gd name="connsiteY13" fmla="*/ 693389 h 1072230"/>
              <a:gd name="connsiteX14" fmla="*/ 378841 w 1072230"/>
              <a:gd name="connsiteY14" fmla="*/ 602554 h 1072230"/>
              <a:gd name="connsiteX15" fmla="*/ 367996 w 1072230"/>
              <a:gd name="connsiteY15" fmla="*/ 548838 h 1072230"/>
              <a:gd name="connsiteX16" fmla="*/ 536115 w 1072230"/>
              <a:gd name="connsiteY16" fmla="*/ 450771 h 1072230"/>
              <a:gd name="connsiteX17" fmla="*/ 450771 w 1072230"/>
              <a:gd name="connsiteY17" fmla="*/ 536115 h 1072230"/>
              <a:gd name="connsiteX18" fmla="*/ 536115 w 1072230"/>
              <a:gd name="connsiteY18" fmla="*/ 621459 h 1072230"/>
              <a:gd name="connsiteX19" fmla="*/ 621459 w 1072230"/>
              <a:gd name="connsiteY19" fmla="*/ 536115 h 1072230"/>
              <a:gd name="connsiteX20" fmla="*/ 536115 w 1072230"/>
              <a:gd name="connsiteY20" fmla="*/ 450771 h 1072230"/>
              <a:gd name="connsiteX21" fmla="*/ 568998 w 1072230"/>
              <a:gd name="connsiteY21" fmla="*/ 185050 h 1072230"/>
              <a:gd name="connsiteX22" fmla="*/ 568998 w 1072230"/>
              <a:gd name="connsiteY22" fmla="*/ 372066 h 1072230"/>
              <a:gd name="connsiteX23" fmla="*/ 602554 w 1072230"/>
              <a:gd name="connsiteY23" fmla="*/ 378841 h 1072230"/>
              <a:gd name="connsiteX24" fmla="*/ 693389 w 1072230"/>
              <a:gd name="connsiteY24" fmla="*/ 469676 h 1072230"/>
              <a:gd name="connsiteX25" fmla="*/ 697383 w 1072230"/>
              <a:gd name="connsiteY25" fmla="*/ 489456 h 1072230"/>
              <a:gd name="connsiteX26" fmla="*/ 882502 w 1072230"/>
              <a:gd name="connsiteY26" fmla="*/ 489456 h 1072230"/>
              <a:gd name="connsiteX27" fmla="*/ 880775 w 1072230"/>
              <a:gd name="connsiteY27" fmla="*/ 469885 h 1072230"/>
              <a:gd name="connsiteX28" fmla="*/ 606678 w 1072230"/>
              <a:gd name="connsiteY28" fmla="*/ 188848 h 1072230"/>
              <a:gd name="connsiteX29" fmla="*/ 509616 w 1072230"/>
              <a:gd name="connsiteY29" fmla="*/ 184073 h 1072230"/>
              <a:gd name="connsiteX30" fmla="*/ 474136 w 1072230"/>
              <a:gd name="connsiteY30" fmla="*/ 187204 h 1072230"/>
              <a:gd name="connsiteX31" fmla="*/ 193099 w 1072230"/>
              <a:gd name="connsiteY31" fmla="*/ 461301 h 1072230"/>
              <a:gd name="connsiteX32" fmla="*/ 190261 w 1072230"/>
              <a:gd name="connsiteY32" fmla="*/ 489456 h 1072230"/>
              <a:gd name="connsiteX33" fmla="*/ 374847 w 1072230"/>
              <a:gd name="connsiteY33" fmla="*/ 489456 h 1072230"/>
              <a:gd name="connsiteX34" fmla="*/ 378841 w 1072230"/>
              <a:gd name="connsiteY34" fmla="*/ 469676 h 1072230"/>
              <a:gd name="connsiteX35" fmla="*/ 469676 w 1072230"/>
              <a:gd name="connsiteY35" fmla="*/ 378841 h 1072230"/>
              <a:gd name="connsiteX36" fmla="*/ 509616 w 1072230"/>
              <a:gd name="connsiteY36" fmla="*/ 370777 h 1072230"/>
              <a:gd name="connsiteX37" fmla="*/ 536115 w 1072230"/>
              <a:gd name="connsiteY37" fmla="*/ 0 h 1072230"/>
              <a:gd name="connsiteX38" fmla="*/ 560453 w 1072230"/>
              <a:gd name="connsiteY38" fmla="*/ 2453 h 1072230"/>
              <a:gd name="connsiteX39" fmla="*/ 594600 w 1072230"/>
              <a:gd name="connsiteY39" fmla="*/ 91894 h 1072230"/>
              <a:gd name="connsiteX40" fmla="*/ 651562 w 1072230"/>
              <a:gd name="connsiteY40" fmla="*/ 13189 h 1072230"/>
              <a:gd name="connsiteX41" fmla="*/ 697807 w 1072230"/>
              <a:gd name="connsiteY41" fmla="*/ 27545 h 1072230"/>
              <a:gd name="connsiteX42" fmla="*/ 707577 w 1072230"/>
              <a:gd name="connsiteY42" fmla="*/ 122165 h 1072230"/>
              <a:gd name="connsiteX43" fmla="*/ 781521 w 1072230"/>
              <a:gd name="connsiteY43" fmla="*/ 62065 h 1072230"/>
              <a:gd name="connsiteX44" fmla="*/ 824168 w 1072230"/>
              <a:gd name="connsiteY44" fmla="*/ 85213 h 1072230"/>
              <a:gd name="connsiteX45" fmla="*/ 808874 w 1072230"/>
              <a:gd name="connsiteY45" fmla="*/ 180650 h 1072230"/>
              <a:gd name="connsiteX46" fmla="*/ 896385 w 1072230"/>
              <a:gd name="connsiteY46" fmla="*/ 141496 h 1072230"/>
              <a:gd name="connsiteX47" fmla="*/ 915206 w 1072230"/>
              <a:gd name="connsiteY47" fmla="*/ 157025 h 1072230"/>
              <a:gd name="connsiteX48" fmla="*/ 930734 w 1072230"/>
              <a:gd name="connsiteY48" fmla="*/ 175845 h 1072230"/>
              <a:gd name="connsiteX49" fmla="*/ 891580 w 1072230"/>
              <a:gd name="connsiteY49" fmla="*/ 263356 h 1072230"/>
              <a:gd name="connsiteX50" fmla="*/ 987017 w 1072230"/>
              <a:gd name="connsiteY50" fmla="*/ 248062 h 1072230"/>
              <a:gd name="connsiteX51" fmla="*/ 1010166 w 1072230"/>
              <a:gd name="connsiteY51" fmla="*/ 290710 h 1072230"/>
              <a:gd name="connsiteX52" fmla="*/ 950065 w 1072230"/>
              <a:gd name="connsiteY52" fmla="*/ 364653 h 1072230"/>
              <a:gd name="connsiteX53" fmla="*/ 1044685 w 1072230"/>
              <a:gd name="connsiteY53" fmla="*/ 374423 h 1072230"/>
              <a:gd name="connsiteX54" fmla="*/ 1059041 w 1072230"/>
              <a:gd name="connsiteY54" fmla="*/ 420668 h 1072230"/>
              <a:gd name="connsiteX55" fmla="*/ 980336 w 1072230"/>
              <a:gd name="connsiteY55" fmla="*/ 477630 h 1072230"/>
              <a:gd name="connsiteX56" fmla="*/ 1069777 w 1072230"/>
              <a:gd name="connsiteY56" fmla="*/ 511777 h 1072230"/>
              <a:gd name="connsiteX57" fmla="*/ 1072230 w 1072230"/>
              <a:gd name="connsiteY57" fmla="*/ 536115 h 1072230"/>
              <a:gd name="connsiteX58" fmla="*/ 1069777 w 1072230"/>
              <a:gd name="connsiteY58" fmla="*/ 560453 h 1072230"/>
              <a:gd name="connsiteX59" fmla="*/ 980336 w 1072230"/>
              <a:gd name="connsiteY59" fmla="*/ 594600 h 1072230"/>
              <a:gd name="connsiteX60" fmla="*/ 1059041 w 1072230"/>
              <a:gd name="connsiteY60" fmla="*/ 651562 h 1072230"/>
              <a:gd name="connsiteX61" fmla="*/ 1044685 w 1072230"/>
              <a:gd name="connsiteY61" fmla="*/ 697807 h 1072230"/>
              <a:gd name="connsiteX62" fmla="*/ 950065 w 1072230"/>
              <a:gd name="connsiteY62" fmla="*/ 707577 h 1072230"/>
              <a:gd name="connsiteX63" fmla="*/ 1010166 w 1072230"/>
              <a:gd name="connsiteY63" fmla="*/ 781521 h 1072230"/>
              <a:gd name="connsiteX64" fmla="*/ 987017 w 1072230"/>
              <a:gd name="connsiteY64" fmla="*/ 824168 h 1072230"/>
              <a:gd name="connsiteX65" fmla="*/ 891580 w 1072230"/>
              <a:gd name="connsiteY65" fmla="*/ 808874 h 1072230"/>
              <a:gd name="connsiteX66" fmla="*/ 930734 w 1072230"/>
              <a:gd name="connsiteY66" fmla="*/ 896385 h 1072230"/>
              <a:gd name="connsiteX67" fmla="*/ 915206 w 1072230"/>
              <a:gd name="connsiteY67" fmla="*/ 915206 h 1072230"/>
              <a:gd name="connsiteX68" fmla="*/ 896385 w 1072230"/>
              <a:gd name="connsiteY68" fmla="*/ 930734 h 1072230"/>
              <a:gd name="connsiteX69" fmla="*/ 808874 w 1072230"/>
              <a:gd name="connsiteY69" fmla="*/ 891580 h 1072230"/>
              <a:gd name="connsiteX70" fmla="*/ 824168 w 1072230"/>
              <a:gd name="connsiteY70" fmla="*/ 987017 h 1072230"/>
              <a:gd name="connsiteX71" fmla="*/ 781520 w 1072230"/>
              <a:gd name="connsiteY71" fmla="*/ 1010166 h 1072230"/>
              <a:gd name="connsiteX72" fmla="*/ 707577 w 1072230"/>
              <a:gd name="connsiteY72" fmla="*/ 950065 h 1072230"/>
              <a:gd name="connsiteX73" fmla="*/ 697807 w 1072230"/>
              <a:gd name="connsiteY73" fmla="*/ 1044685 h 1072230"/>
              <a:gd name="connsiteX74" fmla="*/ 651562 w 1072230"/>
              <a:gd name="connsiteY74" fmla="*/ 1059041 h 1072230"/>
              <a:gd name="connsiteX75" fmla="*/ 594600 w 1072230"/>
              <a:gd name="connsiteY75" fmla="*/ 980336 h 1072230"/>
              <a:gd name="connsiteX76" fmla="*/ 560453 w 1072230"/>
              <a:gd name="connsiteY76" fmla="*/ 1069777 h 1072230"/>
              <a:gd name="connsiteX77" fmla="*/ 536115 w 1072230"/>
              <a:gd name="connsiteY77" fmla="*/ 1072230 h 1072230"/>
              <a:gd name="connsiteX78" fmla="*/ 511777 w 1072230"/>
              <a:gd name="connsiteY78" fmla="*/ 1069777 h 1072230"/>
              <a:gd name="connsiteX79" fmla="*/ 477630 w 1072230"/>
              <a:gd name="connsiteY79" fmla="*/ 980336 h 1072230"/>
              <a:gd name="connsiteX80" fmla="*/ 420668 w 1072230"/>
              <a:gd name="connsiteY80" fmla="*/ 1059041 h 1072230"/>
              <a:gd name="connsiteX81" fmla="*/ 374423 w 1072230"/>
              <a:gd name="connsiteY81" fmla="*/ 1044685 h 1072230"/>
              <a:gd name="connsiteX82" fmla="*/ 364653 w 1072230"/>
              <a:gd name="connsiteY82" fmla="*/ 950065 h 1072230"/>
              <a:gd name="connsiteX83" fmla="*/ 290710 w 1072230"/>
              <a:gd name="connsiteY83" fmla="*/ 1010166 h 1072230"/>
              <a:gd name="connsiteX84" fmla="*/ 248062 w 1072230"/>
              <a:gd name="connsiteY84" fmla="*/ 987017 h 1072230"/>
              <a:gd name="connsiteX85" fmla="*/ 263356 w 1072230"/>
              <a:gd name="connsiteY85" fmla="*/ 891580 h 1072230"/>
              <a:gd name="connsiteX86" fmla="*/ 175845 w 1072230"/>
              <a:gd name="connsiteY86" fmla="*/ 930734 h 1072230"/>
              <a:gd name="connsiteX87" fmla="*/ 157025 w 1072230"/>
              <a:gd name="connsiteY87" fmla="*/ 915206 h 1072230"/>
              <a:gd name="connsiteX88" fmla="*/ 141496 w 1072230"/>
              <a:gd name="connsiteY88" fmla="*/ 896385 h 1072230"/>
              <a:gd name="connsiteX89" fmla="*/ 180650 w 1072230"/>
              <a:gd name="connsiteY89" fmla="*/ 808874 h 1072230"/>
              <a:gd name="connsiteX90" fmla="*/ 85213 w 1072230"/>
              <a:gd name="connsiteY90" fmla="*/ 824168 h 1072230"/>
              <a:gd name="connsiteX91" fmla="*/ 62065 w 1072230"/>
              <a:gd name="connsiteY91" fmla="*/ 781521 h 1072230"/>
              <a:gd name="connsiteX92" fmla="*/ 122165 w 1072230"/>
              <a:gd name="connsiteY92" fmla="*/ 707577 h 1072230"/>
              <a:gd name="connsiteX93" fmla="*/ 27545 w 1072230"/>
              <a:gd name="connsiteY93" fmla="*/ 697807 h 1072230"/>
              <a:gd name="connsiteX94" fmla="*/ 13189 w 1072230"/>
              <a:gd name="connsiteY94" fmla="*/ 651562 h 1072230"/>
              <a:gd name="connsiteX95" fmla="*/ 91894 w 1072230"/>
              <a:gd name="connsiteY95" fmla="*/ 594600 h 1072230"/>
              <a:gd name="connsiteX96" fmla="*/ 2453 w 1072230"/>
              <a:gd name="connsiteY96" fmla="*/ 560453 h 1072230"/>
              <a:gd name="connsiteX97" fmla="*/ 0 w 1072230"/>
              <a:gd name="connsiteY97" fmla="*/ 536115 h 1072230"/>
              <a:gd name="connsiteX98" fmla="*/ 2453 w 1072230"/>
              <a:gd name="connsiteY98" fmla="*/ 511777 h 1072230"/>
              <a:gd name="connsiteX99" fmla="*/ 91894 w 1072230"/>
              <a:gd name="connsiteY99" fmla="*/ 477630 h 1072230"/>
              <a:gd name="connsiteX100" fmla="*/ 13189 w 1072230"/>
              <a:gd name="connsiteY100" fmla="*/ 420668 h 1072230"/>
              <a:gd name="connsiteX101" fmla="*/ 27545 w 1072230"/>
              <a:gd name="connsiteY101" fmla="*/ 374423 h 1072230"/>
              <a:gd name="connsiteX102" fmla="*/ 122165 w 1072230"/>
              <a:gd name="connsiteY102" fmla="*/ 364653 h 1072230"/>
              <a:gd name="connsiteX103" fmla="*/ 62065 w 1072230"/>
              <a:gd name="connsiteY103" fmla="*/ 290710 h 1072230"/>
              <a:gd name="connsiteX104" fmla="*/ 85213 w 1072230"/>
              <a:gd name="connsiteY104" fmla="*/ 248062 h 1072230"/>
              <a:gd name="connsiteX105" fmla="*/ 180650 w 1072230"/>
              <a:gd name="connsiteY105" fmla="*/ 263356 h 1072230"/>
              <a:gd name="connsiteX106" fmla="*/ 141496 w 1072230"/>
              <a:gd name="connsiteY106" fmla="*/ 175845 h 1072230"/>
              <a:gd name="connsiteX107" fmla="*/ 157025 w 1072230"/>
              <a:gd name="connsiteY107" fmla="*/ 157025 h 1072230"/>
              <a:gd name="connsiteX108" fmla="*/ 175845 w 1072230"/>
              <a:gd name="connsiteY108" fmla="*/ 141496 h 1072230"/>
              <a:gd name="connsiteX109" fmla="*/ 263356 w 1072230"/>
              <a:gd name="connsiteY109" fmla="*/ 180650 h 1072230"/>
              <a:gd name="connsiteX110" fmla="*/ 248062 w 1072230"/>
              <a:gd name="connsiteY110" fmla="*/ 85213 h 1072230"/>
              <a:gd name="connsiteX111" fmla="*/ 290710 w 1072230"/>
              <a:gd name="connsiteY111" fmla="*/ 62065 h 1072230"/>
              <a:gd name="connsiteX112" fmla="*/ 364653 w 1072230"/>
              <a:gd name="connsiteY112" fmla="*/ 122165 h 1072230"/>
              <a:gd name="connsiteX113" fmla="*/ 374423 w 1072230"/>
              <a:gd name="connsiteY113" fmla="*/ 27545 h 1072230"/>
              <a:gd name="connsiteX114" fmla="*/ 420668 w 1072230"/>
              <a:gd name="connsiteY114" fmla="*/ 13189 h 1072230"/>
              <a:gd name="connsiteX115" fmla="*/ 477630 w 1072230"/>
              <a:gd name="connsiteY115" fmla="*/ 91894 h 1072230"/>
              <a:gd name="connsiteX116" fmla="*/ 511777 w 1072230"/>
              <a:gd name="connsiteY116" fmla="*/ 2453 h 10722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</a:cxnLst>
            <a:rect l="l" t="t" r="r" b="b"/>
            <a:pathLst>
              <a:path w="1072230" h="1072230">
                <a:moveTo>
                  <a:pt x="704234" y="548838"/>
                </a:moveTo>
                <a:lnTo>
                  <a:pt x="693389" y="602554"/>
                </a:lnTo>
                <a:cubicBezTo>
                  <a:pt x="676115" y="643396"/>
                  <a:pt x="643396" y="676115"/>
                  <a:pt x="602554" y="693389"/>
                </a:cubicBezTo>
                <a:lnTo>
                  <a:pt x="568998" y="700164"/>
                </a:lnTo>
                <a:lnTo>
                  <a:pt x="568998" y="879092"/>
                </a:lnTo>
                <a:lnTo>
                  <a:pt x="598094" y="876524"/>
                </a:lnTo>
                <a:cubicBezTo>
                  <a:pt x="738911" y="851371"/>
                  <a:pt x="850563" y="742032"/>
                  <a:pt x="879131" y="602427"/>
                </a:cubicBezTo>
                <a:lnTo>
                  <a:pt x="884533" y="548838"/>
                </a:lnTo>
                <a:close/>
                <a:moveTo>
                  <a:pt x="187697" y="548838"/>
                </a:moveTo>
                <a:lnTo>
                  <a:pt x="193099" y="602427"/>
                </a:lnTo>
                <a:cubicBezTo>
                  <a:pt x="221667" y="742032"/>
                  <a:pt x="333319" y="851371"/>
                  <a:pt x="474136" y="876524"/>
                </a:cubicBezTo>
                <a:lnTo>
                  <a:pt x="509616" y="879655"/>
                </a:lnTo>
                <a:lnTo>
                  <a:pt x="509616" y="701453"/>
                </a:lnTo>
                <a:lnTo>
                  <a:pt x="469676" y="693389"/>
                </a:lnTo>
                <a:cubicBezTo>
                  <a:pt x="428834" y="676115"/>
                  <a:pt x="396115" y="643396"/>
                  <a:pt x="378841" y="602554"/>
                </a:cubicBezTo>
                <a:lnTo>
                  <a:pt x="367996" y="548838"/>
                </a:lnTo>
                <a:close/>
                <a:moveTo>
                  <a:pt x="536115" y="450771"/>
                </a:moveTo>
                <a:cubicBezTo>
                  <a:pt x="488981" y="450771"/>
                  <a:pt x="450771" y="488981"/>
                  <a:pt x="450771" y="536115"/>
                </a:cubicBezTo>
                <a:cubicBezTo>
                  <a:pt x="450771" y="583249"/>
                  <a:pt x="488981" y="621459"/>
                  <a:pt x="536115" y="621459"/>
                </a:cubicBezTo>
                <a:cubicBezTo>
                  <a:pt x="583249" y="621459"/>
                  <a:pt x="621459" y="583249"/>
                  <a:pt x="621459" y="536115"/>
                </a:cubicBezTo>
                <a:cubicBezTo>
                  <a:pt x="621459" y="488981"/>
                  <a:pt x="583249" y="450771"/>
                  <a:pt x="536115" y="450771"/>
                </a:cubicBezTo>
                <a:close/>
                <a:moveTo>
                  <a:pt x="568998" y="185050"/>
                </a:moveTo>
                <a:lnTo>
                  <a:pt x="568998" y="372066"/>
                </a:lnTo>
                <a:lnTo>
                  <a:pt x="602554" y="378841"/>
                </a:lnTo>
                <a:cubicBezTo>
                  <a:pt x="643396" y="396115"/>
                  <a:pt x="676115" y="428834"/>
                  <a:pt x="693389" y="469676"/>
                </a:cubicBezTo>
                <a:lnTo>
                  <a:pt x="697383" y="489456"/>
                </a:lnTo>
                <a:lnTo>
                  <a:pt x="882502" y="489456"/>
                </a:lnTo>
                <a:lnTo>
                  <a:pt x="880775" y="469885"/>
                </a:lnTo>
                <a:cubicBezTo>
                  <a:pt x="855622" y="329068"/>
                  <a:pt x="746282" y="217416"/>
                  <a:pt x="606678" y="188848"/>
                </a:cubicBezTo>
                <a:close/>
                <a:moveTo>
                  <a:pt x="509616" y="184073"/>
                </a:moveTo>
                <a:lnTo>
                  <a:pt x="474136" y="187204"/>
                </a:lnTo>
                <a:cubicBezTo>
                  <a:pt x="333319" y="212357"/>
                  <a:pt x="221667" y="321696"/>
                  <a:pt x="193099" y="461301"/>
                </a:cubicBezTo>
                <a:lnTo>
                  <a:pt x="190261" y="489456"/>
                </a:lnTo>
                <a:lnTo>
                  <a:pt x="374847" y="489456"/>
                </a:lnTo>
                <a:lnTo>
                  <a:pt x="378841" y="469676"/>
                </a:lnTo>
                <a:cubicBezTo>
                  <a:pt x="396115" y="428834"/>
                  <a:pt x="428834" y="396115"/>
                  <a:pt x="469676" y="378841"/>
                </a:cubicBezTo>
                <a:lnTo>
                  <a:pt x="509616" y="370777"/>
                </a:lnTo>
                <a:close/>
                <a:moveTo>
                  <a:pt x="536115" y="0"/>
                </a:moveTo>
                <a:lnTo>
                  <a:pt x="560453" y="2453"/>
                </a:lnTo>
                <a:lnTo>
                  <a:pt x="594600" y="91894"/>
                </a:lnTo>
                <a:lnTo>
                  <a:pt x="651562" y="13189"/>
                </a:lnTo>
                <a:lnTo>
                  <a:pt x="697807" y="27545"/>
                </a:lnTo>
                <a:lnTo>
                  <a:pt x="707577" y="122165"/>
                </a:lnTo>
                <a:lnTo>
                  <a:pt x="781521" y="62065"/>
                </a:lnTo>
                <a:lnTo>
                  <a:pt x="824168" y="85213"/>
                </a:lnTo>
                <a:lnTo>
                  <a:pt x="808874" y="180650"/>
                </a:lnTo>
                <a:lnTo>
                  <a:pt x="896385" y="141496"/>
                </a:lnTo>
                <a:lnTo>
                  <a:pt x="915206" y="157025"/>
                </a:lnTo>
                <a:lnTo>
                  <a:pt x="930734" y="175845"/>
                </a:lnTo>
                <a:lnTo>
                  <a:pt x="891580" y="263356"/>
                </a:lnTo>
                <a:lnTo>
                  <a:pt x="987017" y="248062"/>
                </a:lnTo>
                <a:lnTo>
                  <a:pt x="1010166" y="290710"/>
                </a:lnTo>
                <a:lnTo>
                  <a:pt x="950065" y="364653"/>
                </a:lnTo>
                <a:lnTo>
                  <a:pt x="1044685" y="374423"/>
                </a:lnTo>
                <a:lnTo>
                  <a:pt x="1059041" y="420668"/>
                </a:lnTo>
                <a:lnTo>
                  <a:pt x="980336" y="477630"/>
                </a:lnTo>
                <a:lnTo>
                  <a:pt x="1069777" y="511777"/>
                </a:lnTo>
                <a:lnTo>
                  <a:pt x="1072230" y="536115"/>
                </a:lnTo>
                <a:lnTo>
                  <a:pt x="1069777" y="560453"/>
                </a:lnTo>
                <a:lnTo>
                  <a:pt x="980336" y="594600"/>
                </a:lnTo>
                <a:lnTo>
                  <a:pt x="1059041" y="651562"/>
                </a:lnTo>
                <a:lnTo>
                  <a:pt x="1044685" y="697807"/>
                </a:lnTo>
                <a:lnTo>
                  <a:pt x="950065" y="707577"/>
                </a:lnTo>
                <a:lnTo>
                  <a:pt x="1010166" y="781521"/>
                </a:lnTo>
                <a:lnTo>
                  <a:pt x="987017" y="824168"/>
                </a:lnTo>
                <a:lnTo>
                  <a:pt x="891580" y="808874"/>
                </a:lnTo>
                <a:lnTo>
                  <a:pt x="930734" y="896385"/>
                </a:lnTo>
                <a:lnTo>
                  <a:pt x="915206" y="915206"/>
                </a:lnTo>
                <a:lnTo>
                  <a:pt x="896385" y="930734"/>
                </a:lnTo>
                <a:lnTo>
                  <a:pt x="808874" y="891580"/>
                </a:lnTo>
                <a:lnTo>
                  <a:pt x="824168" y="987017"/>
                </a:lnTo>
                <a:lnTo>
                  <a:pt x="781520" y="1010166"/>
                </a:lnTo>
                <a:lnTo>
                  <a:pt x="707577" y="950065"/>
                </a:lnTo>
                <a:lnTo>
                  <a:pt x="697807" y="1044685"/>
                </a:lnTo>
                <a:lnTo>
                  <a:pt x="651562" y="1059041"/>
                </a:lnTo>
                <a:lnTo>
                  <a:pt x="594600" y="980336"/>
                </a:lnTo>
                <a:lnTo>
                  <a:pt x="560453" y="1069777"/>
                </a:lnTo>
                <a:lnTo>
                  <a:pt x="536115" y="1072230"/>
                </a:lnTo>
                <a:lnTo>
                  <a:pt x="511777" y="1069777"/>
                </a:lnTo>
                <a:lnTo>
                  <a:pt x="477630" y="980336"/>
                </a:lnTo>
                <a:lnTo>
                  <a:pt x="420668" y="1059041"/>
                </a:lnTo>
                <a:lnTo>
                  <a:pt x="374423" y="1044685"/>
                </a:lnTo>
                <a:lnTo>
                  <a:pt x="364653" y="950065"/>
                </a:lnTo>
                <a:lnTo>
                  <a:pt x="290710" y="1010166"/>
                </a:lnTo>
                <a:lnTo>
                  <a:pt x="248062" y="987017"/>
                </a:lnTo>
                <a:lnTo>
                  <a:pt x="263356" y="891580"/>
                </a:lnTo>
                <a:lnTo>
                  <a:pt x="175845" y="930734"/>
                </a:lnTo>
                <a:lnTo>
                  <a:pt x="157025" y="915206"/>
                </a:lnTo>
                <a:lnTo>
                  <a:pt x="141496" y="896385"/>
                </a:lnTo>
                <a:lnTo>
                  <a:pt x="180650" y="808874"/>
                </a:lnTo>
                <a:lnTo>
                  <a:pt x="85213" y="824168"/>
                </a:lnTo>
                <a:lnTo>
                  <a:pt x="62065" y="781521"/>
                </a:lnTo>
                <a:lnTo>
                  <a:pt x="122165" y="707577"/>
                </a:lnTo>
                <a:lnTo>
                  <a:pt x="27545" y="697807"/>
                </a:lnTo>
                <a:lnTo>
                  <a:pt x="13189" y="651562"/>
                </a:lnTo>
                <a:lnTo>
                  <a:pt x="91894" y="594600"/>
                </a:lnTo>
                <a:lnTo>
                  <a:pt x="2453" y="560453"/>
                </a:lnTo>
                <a:lnTo>
                  <a:pt x="0" y="536115"/>
                </a:lnTo>
                <a:lnTo>
                  <a:pt x="2453" y="511777"/>
                </a:lnTo>
                <a:lnTo>
                  <a:pt x="91894" y="477630"/>
                </a:lnTo>
                <a:lnTo>
                  <a:pt x="13189" y="420668"/>
                </a:lnTo>
                <a:lnTo>
                  <a:pt x="27545" y="374423"/>
                </a:lnTo>
                <a:lnTo>
                  <a:pt x="122165" y="364653"/>
                </a:lnTo>
                <a:lnTo>
                  <a:pt x="62065" y="290710"/>
                </a:lnTo>
                <a:lnTo>
                  <a:pt x="85213" y="248062"/>
                </a:lnTo>
                <a:lnTo>
                  <a:pt x="180650" y="263356"/>
                </a:lnTo>
                <a:lnTo>
                  <a:pt x="141496" y="175845"/>
                </a:lnTo>
                <a:lnTo>
                  <a:pt x="157025" y="157025"/>
                </a:lnTo>
                <a:lnTo>
                  <a:pt x="175845" y="141496"/>
                </a:lnTo>
                <a:lnTo>
                  <a:pt x="263356" y="180650"/>
                </a:lnTo>
                <a:lnTo>
                  <a:pt x="248062" y="85213"/>
                </a:lnTo>
                <a:lnTo>
                  <a:pt x="290710" y="62065"/>
                </a:lnTo>
                <a:lnTo>
                  <a:pt x="364653" y="122165"/>
                </a:lnTo>
                <a:lnTo>
                  <a:pt x="374423" y="27545"/>
                </a:lnTo>
                <a:lnTo>
                  <a:pt x="420668" y="13189"/>
                </a:lnTo>
                <a:lnTo>
                  <a:pt x="477630" y="91894"/>
                </a:lnTo>
                <a:lnTo>
                  <a:pt x="511777" y="2453"/>
                </a:lnTo>
                <a:close/>
              </a:path>
            </a:pathLst>
          </a:custGeom>
          <a:solidFill>
            <a:srgbClr val="9516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5CA1"/>
              </a:solidFill>
            </a:endParaRPr>
          </a:p>
        </p:txBody>
      </p:sp>
      <p:sp>
        <p:nvSpPr>
          <p:cNvPr id="22" name="淘宝-想搞设计PPT(倒卖必究)-22"/>
          <p:cNvSpPr/>
          <p:nvPr/>
        </p:nvSpPr>
        <p:spPr>
          <a:xfrm rot="2700000">
            <a:off x="6328294" y="4049287"/>
            <a:ext cx="196444" cy="196444"/>
          </a:xfrm>
          <a:custGeom>
            <a:avLst/>
            <a:gdLst>
              <a:gd name="connsiteX0" fmla="*/ 704234 w 1072230"/>
              <a:gd name="connsiteY0" fmla="*/ 548838 h 1072230"/>
              <a:gd name="connsiteX1" fmla="*/ 693389 w 1072230"/>
              <a:gd name="connsiteY1" fmla="*/ 602554 h 1072230"/>
              <a:gd name="connsiteX2" fmla="*/ 602554 w 1072230"/>
              <a:gd name="connsiteY2" fmla="*/ 693389 h 1072230"/>
              <a:gd name="connsiteX3" fmla="*/ 568998 w 1072230"/>
              <a:gd name="connsiteY3" fmla="*/ 700164 h 1072230"/>
              <a:gd name="connsiteX4" fmla="*/ 568998 w 1072230"/>
              <a:gd name="connsiteY4" fmla="*/ 879092 h 1072230"/>
              <a:gd name="connsiteX5" fmla="*/ 598094 w 1072230"/>
              <a:gd name="connsiteY5" fmla="*/ 876524 h 1072230"/>
              <a:gd name="connsiteX6" fmla="*/ 879131 w 1072230"/>
              <a:gd name="connsiteY6" fmla="*/ 602427 h 1072230"/>
              <a:gd name="connsiteX7" fmla="*/ 884533 w 1072230"/>
              <a:gd name="connsiteY7" fmla="*/ 548838 h 1072230"/>
              <a:gd name="connsiteX8" fmla="*/ 187697 w 1072230"/>
              <a:gd name="connsiteY8" fmla="*/ 548838 h 1072230"/>
              <a:gd name="connsiteX9" fmla="*/ 193099 w 1072230"/>
              <a:gd name="connsiteY9" fmla="*/ 602427 h 1072230"/>
              <a:gd name="connsiteX10" fmla="*/ 474136 w 1072230"/>
              <a:gd name="connsiteY10" fmla="*/ 876524 h 1072230"/>
              <a:gd name="connsiteX11" fmla="*/ 509616 w 1072230"/>
              <a:gd name="connsiteY11" fmla="*/ 879655 h 1072230"/>
              <a:gd name="connsiteX12" fmla="*/ 509616 w 1072230"/>
              <a:gd name="connsiteY12" fmla="*/ 701453 h 1072230"/>
              <a:gd name="connsiteX13" fmla="*/ 469676 w 1072230"/>
              <a:gd name="connsiteY13" fmla="*/ 693389 h 1072230"/>
              <a:gd name="connsiteX14" fmla="*/ 378841 w 1072230"/>
              <a:gd name="connsiteY14" fmla="*/ 602554 h 1072230"/>
              <a:gd name="connsiteX15" fmla="*/ 367996 w 1072230"/>
              <a:gd name="connsiteY15" fmla="*/ 548838 h 1072230"/>
              <a:gd name="connsiteX16" fmla="*/ 536115 w 1072230"/>
              <a:gd name="connsiteY16" fmla="*/ 450771 h 1072230"/>
              <a:gd name="connsiteX17" fmla="*/ 450771 w 1072230"/>
              <a:gd name="connsiteY17" fmla="*/ 536115 h 1072230"/>
              <a:gd name="connsiteX18" fmla="*/ 536115 w 1072230"/>
              <a:gd name="connsiteY18" fmla="*/ 621459 h 1072230"/>
              <a:gd name="connsiteX19" fmla="*/ 621459 w 1072230"/>
              <a:gd name="connsiteY19" fmla="*/ 536115 h 1072230"/>
              <a:gd name="connsiteX20" fmla="*/ 536115 w 1072230"/>
              <a:gd name="connsiteY20" fmla="*/ 450771 h 1072230"/>
              <a:gd name="connsiteX21" fmla="*/ 568998 w 1072230"/>
              <a:gd name="connsiteY21" fmla="*/ 185050 h 1072230"/>
              <a:gd name="connsiteX22" fmla="*/ 568998 w 1072230"/>
              <a:gd name="connsiteY22" fmla="*/ 372066 h 1072230"/>
              <a:gd name="connsiteX23" fmla="*/ 602554 w 1072230"/>
              <a:gd name="connsiteY23" fmla="*/ 378841 h 1072230"/>
              <a:gd name="connsiteX24" fmla="*/ 693389 w 1072230"/>
              <a:gd name="connsiteY24" fmla="*/ 469676 h 1072230"/>
              <a:gd name="connsiteX25" fmla="*/ 697383 w 1072230"/>
              <a:gd name="connsiteY25" fmla="*/ 489456 h 1072230"/>
              <a:gd name="connsiteX26" fmla="*/ 882502 w 1072230"/>
              <a:gd name="connsiteY26" fmla="*/ 489456 h 1072230"/>
              <a:gd name="connsiteX27" fmla="*/ 880775 w 1072230"/>
              <a:gd name="connsiteY27" fmla="*/ 469885 h 1072230"/>
              <a:gd name="connsiteX28" fmla="*/ 606678 w 1072230"/>
              <a:gd name="connsiteY28" fmla="*/ 188848 h 1072230"/>
              <a:gd name="connsiteX29" fmla="*/ 509616 w 1072230"/>
              <a:gd name="connsiteY29" fmla="*/ 184073 h 1072230"/>
              <a:gd name="connsiteX30" fmla="*/ 474136 w 1072230"/>
              <a:gd name="connsiteY30" fmla="*/ 187204 h 1072230"/>
              <a:gd name="connsiteX31" fmla="*/ 193099 w 1072230"/>
              <a:gd name="connsiteY31" fmla="*/ 461301 h 1072230"/>
              <a:gd name="connsiteX32" fmla="*/ 190261 w 1072230"/>
              <a:gd name="connsiteY32" fmla="*/ 489456 h 1072230"/>
              <a:gd name="connsiteX33" fmla="*/ 374847 w 1072230"/>
              <a:gd name="connsiteY33" fmla="*/ 489456 h 1072230"/>
              <a:gd name="connsiteX34" fmla="*/ 378841 w 1072230"/>
              <a:gd name="connsiteY34" fmla="*/ 469676 h 1072230"/>
              <a:gd name="connsiteX35" fmla="*/ 469676 w 1072230"/>
              <a:gd name="connsiteY35" fmla="*/ 378841 h 1072230"/>
              <a:gd name="connsiteX36" fmla="*/ 509616 w 1072230"/>
              <a:gd name="connsiteY36" fmla="*/ 370777 h 1072230"/>
              <a:gd name="connsiteX37" fmla="*/ 536115 w 1072230"/>
              <a:gd name="connsiteY37" fmla="*/ 0 h 1072230"/>
              <a:gd name="connsiteX38" fmla="*/ 560453 w 1072230"/>
              <a:gd name="connsiteY38" fmla="*/ 2453 h 1072230"/>
              <a:gd name="connsiteX39" fmla="*/ 594600 w 1072230"/>
              <a:gd name="connsiteY39" fmla="*/ 91894 h 1072230"/>
              <a:gd name="connsiteX40" fmla="*/ 651562 w 1072230"/>
              <a:gd name="connsiteY40" fmla="*/ 13189 h 1072230"/>
              <a:gd name="connsiteX41" fmla="*/ 697807 w 1072230"/>
              <a:gd name="connsiteY41" fmla="*/ 27545 h 1072230"/>
              <a:gd name="connsiteX42" fmla="*/ 707577 w 1072230"/>
              <a:gd name="connsiteY42" fmla="*/ 122165 h 1072230"/>
              <a:gd name="connsiteX43" fmla="*/ 781521 w 1072230"/>
              <a:gd name="connsiteY43" fmla="*/ 62065 h 1072230"/>
              <a:gd name="connsiteX44" fmla="*/ 824168 w 1072230"/>
              <a:gd name="connsiteY44" fmla="*/ 85213 h 1072230"/>
              <a:gd name="connsiteX45" fmla="*/ 808874 w 1072230"/>
              <a:gd name="connsiteY45" fmla="*/ 180650 h 1072230"/>
              <a:gd name="connsiteX46" fmla="*/ 896385 w 1072230"/>
              <a:gd name="connsiteY46" fmla="*/ 141496 h 1072230"/>
              <a:gd name="connsiteX47" fmla="*/ 915206 w 1072230"/>
              <a:gd name="connsiteY47" fmla="*/ 157025 h 1072230"/>
              <a:gd name="connsiteX48" fmla="*/ 930734 w 1072230"/>
              <a:gd name="connsiteY48" fmla="*/ 175845 h 1072230"/>
              <a:gd name="connsiteX49" fmla="*/ 891580 w 1072230"/>
              <a:gd name="connsiteY49" fmla="*/ 263356 h 1072230"/>
              <a:gd name="connsiteX50" fmla="*/ 987017 w 1072230"/>
              <a:gd name="connsiteY50" fmla="*/ 248062 h 1072230"/>
              <a:gd name="connsiteX51" fmla="*/ 1010166 w 1072230"/>
              <a:gd name="connsiteY51" fmla="*/ 290710 h 1072230"/>
              <a:gd name="connsiteX52" fmla="*/ 950065 w 1072230"/>
              <a:gd name="connsiteY52" fmla="*/ 364653 h 1072230"/>
              <a:gd name="connsiteX53" fmla="*/ 1044685 w 1072230"/>
              <a:gd name="connsiteY53" fmla="*/ 374423 h 1072230"/>
              <a:gd name="connsiteX54" fmla="*/ 1059041 w 1072230"/>
              <a:gd name="connsiteY54" fmla="*/ 420668 h 1072230"/>
              <a:gd name="connsiteX55" fmla="*/ 980336 w 1072230"/>
              <a:gd name="connsiteY55" fmla="*/ 477630 h 1072230"/>
              <a:gd name="connsiteX56" fmla="*/ 1069777 w 1072230"/>
              <a:gd name="connsiteY56" fmla="*/ 511777 h 1072230"/>
              <a:gd name="connsiteX57" fmla="*/ 1072230 w 1072230"/>
              <a:gd name="connsiteY57" fmla="*/ 536115 h 1072230"/>
              <a:gd name="connsiteX58" fmla="*/ 1069777 w 1072230"/>
              <a:gd name="connsiteY58" fmla="*/ 560453 h 1072230"/>
              <a:gd name="connsiteX59" fmla="*/ 980336 w 1072230"/>
              <a:gd name="connsiteY59" fmla="*/ 594600 h 1072230"/>
              <a:gd name="connsiteX60" fmla="*/ 1059041 w 1072230"/>
              <a:gd name="connsiteY60" fmla="*/ 651562 h 1072230"/>
              <a:gd name="connsiteX61" fmla="*/ 1044685 w 1072230"/>
              <a:gd name="connsiteY61" fmla="*/ 697807 h 1072230"/>
              <a:gd name="connsiteX62" fmla="*/ 950065 w 1072230"/>
              <a:gd name="connsiteY62" fmla="*/ 707577 h 1072230"/>
              <a:gd name="connsiteX63" fmla="*/ 1010166 w 1072230"/>
              <a:gd name="connsiteY63" fmla="*/ 781521 h 1072230"/>
              <a:gd name="connsiteX64" fmla="*/ 987017 w 1072230"/>
              <a:gd name="connsiteY64" fmla="*/ 824168 h 1072230"/>
              <a:gd name="connsiteX65" fmla="*/ 891580 w 1072230"/>
              <a:gd name="connsiteY65" fmla="*/ 808874 h 1072230"/>
              <a:gd name="connsiteX66" fmla="*/ 930734 w 1072230"/>
              <a:gd name="connsiteY66" fmla="*/ 896385 h 1072230"/>
              <a:gd name="connsiteX67" fmla="*/ 915206 w 1072230"/>
              <a:gd name="connsiteY67" fmla="*/ 915206 h 1072230"/>
              <a:gd name="connsiteX68" fmla="*/ 896385 w 1072230"/>
              <a:gd name="connsiteY68" fmla="*/ 930734 h 1072230"/>
              <a:gd name="connsiteX69" fmla="*/ 808874 w 1072230"/>
              <a:gd name="connsiteY69" fmla="*/ 891580 h 1072230"/>
              <a:gd name="connsiteX70" fmla="*/ 824168 w 1072230"/>
              <a:gd name="connsiteY70" fmla="*/ 987017 h 1072230"/>
              <a:gd name="connsiteX71" fmla="*/ 781520 w 1072230"/>
              <a:gd name="connsiteY71" fmla="*/ 1010166 h 1072230"/>
              <a:gd name="connsiteX72" fmla="*/ 707577 w 1072230"/>
              <a:gd name="connsiteY72" fmla="*/ 950065 h 1072230"/>
              <a:gd name="connsiteX73" fmla="*/ 697807 w 1072230"/>
              <a:gd name="connsiteY73" fmla="*/ 1044685 h 1072230"/>
              <a:gd name="connsiteX74" fmla="*/ 651562 w 1072230"/>
              <a:gd name="connsiteY74" fmla="*/ 1059041 h 1072230"/>
              <a:gd name="connsiteX75" fmla="*/ 594600 w 1072230"/>
              <a:gd name="connsiteY75" fmla="*/ 980336 h 1072230"/>
              <a:gd name="connsiteX76" fmla="*/ 560453 w 1072230"/>
              <a:gd name="connsiteY76" fmla="*/ 1069777 h 1072230"/>
              <a:gd name="connsiteX77" fmla="*/ 536115 w 1072230"/>
              <a:gd name="connsiteY77" fmla="*/ 1072230 h 1072230"/>
              <a:gd name="connsiteX78" fmla="*/ 511777 w 1072230"/>
              <a:gd name="connsiteY78" fmla="*/ 1069777 h 1072230"/>
              <a:gd name="connsiteX79" fmla="*/ 477630 w 1072230"/>
              <a:gd name="connsiteY79" fmla="*/ 980336 h 1072230"/>
              <a:gd name="connsiteX80" fmla="*/ 420668 w 1072230"/>
              <a:gd name="connsiteY80" fmla="*/ 1059041 h 1072230"/>
              <a:gd name="connsiteX81" fmla="*/ 374423 w 1072230"/>
              <a:gd name="connsiteY81" fmla="*/ 1044685 h 1072230"/>
              <a:gd name="connsiteX82" fmla="*/ 364653 w 1072230"/>
              <a:gd name="connsiteY82" fmla="*/ 950065 h 1072230"/>
              <a:gd name="connsiteX83" fmla="*/ 290710 w 1072230"/>
              <a:gd name="connsiteY83" fmla="*/ 1010166 h 1072230"/>
              <a:gd name="connsiteX84" fmla="*/ 248062 w 1072230"/>
              <a:gd name="connsiteY84" fmla="*/ 987017 h 1072230"/>
              <a:gd name="connsiteX85" fmla="*/ 263356 w 1072230"/>
              <a:gd name="connsiteY85" fmla="*/ 891580 h 1072230"/>
              <a:gd name="connsiteX86" fmla="*/ 175845 w 1072230"/>
              <a:gd name="connsiteY86" fmla="*/ 930734 h 1072230"/>
              <a:gd name="connsiteX87" fmla="*/ 157025 w 1072230"/>
              <a:gd name="connsiteY87" fmla="*/ 915206 h 1072230"/>
              <a:gd name="connsiteX88" fmla="*/ 141496 w 1072230"/>
              <a:gd name="connsiteY88" fmla="*/ 896385 h 1072230"/>
              <a:gd name="connsiteX89" fmla="*/ 180650 w 1072230"/>
              <a:gd name="connsiteY89" fmla="*/ 808874 h 1072230"/>
              <a:gd name="connsiteX90" fmla="*/ 85213 w 1072230"/>
              <a:gd name="connsiteY90" fmla="*/ 824168 h 1072230"/>
              <a:gd name="connsiteX91" fmla="*/ 62065 w 1072230"/>
              <a:gd name="connsiteY91" fmla="*/ 781521 h 1072230"/>
              <a:gd name="connsiteX92" fmla="*/ 122165 w 1072230"/>
              <a:gd name="connsiteY92" fmla="*/ 707577 h 1072230"/>
              <a:gd name="connsiteX93" fmla="*/ 27545 w 1072230"/>
              <a:gd name="connsiteY93" fmla="*/ 697807 h 1072230"/>
              <a:gd name="connsiteX94" fmla="*/ 13189 w 1072230"/>
              <a:gd name="connsiteY94" fmla="*/ 651562 h 1072230"/>
              <a:gd name="connsiteX95" fmla="*/ 91894 w 1072230"/>
              <a:gd name="connsiteY95" fmla="*/ 594600 h 1072230"/>
              <a:gd name="connsiteX96" fmla="*/ 2453 w 1072230"/>
              <a:gd name="connsiteY96" fmla="*/ 560453 h 1072230"/>
              <a:gd name="connsiteX97" fmla="*/ 0 w 1072230"/>
              <a:gd name="connsiteY97" fmla="*/ 536115 h 1072230"/>
              <a:gd name="connsiteX98" fmla="*/ 2453 w 1072230"/>
              <a:gd name="connsiteY98" fmla="*/ 511777 h 1072230"/>
              <a:gd name="connsiteX99" fmla="*/ 91894 w 1072230"/>
              <a:gd name="connsiteY99" fmla="*/ 477630 h 1072230"/>
              <a:gd name="connsiteX100" fmla="*/ 13189 w 1072230"/>
              <a:gd name="connsiteY100" fmla="*/ 420668 h 1072230"/>
              <a:gd name="connsiteX101" fmla="*/ 27545 w 1072230"/>
              <a:gd name="connsiteY101" fmla="*/ 374423 h 1072230"/>
              <a:gd name="connsiteX102" fmla="*/ 122165 w 1072230"/>
              <a:gd name="connsiteY102" fmla="*/ 364653 h 1072230"/>
              <a:gd name="connsiteX103" fmla="*/ 62065 w 1072230"/>
              <a:gd name="connsiteY103" fmla="*/ 290710 h 1072230"/>
              <a:gd name="connsiteX104" fmla="*/ 85213 w 1072230"/>
              <a:gd name="connsiteY104" fmla="*/ 248062 h 1072230"/>
              <a:gd name="connsiteX105" fmla="*/ 180650 w 1072230"/>
              <a:gd name="connsiteY105" fmla="*/ 263356 h 1072230"/>
              <a:gd name="connsiteX106" fmla="*/ 141496 w 1072230"/>
              <a:gd name="connsiteY106" fmla="*/ 175845 h 1072230"/>
              <a:gd name="connsiteX107" fmla="*/ 157025 w 1072230"/>
              <a:gd name="connsiteY107" fmla="*/ 157025 h 1072230"/>
              <a:gd name="connsiteX108" fmla="*/ 175845 w 1072230"/>
              <a:gd name="connsiteY108" fmla="*/ 141496 h 1072230"/>
              <a:gd name="connsiteX109" fmla="*/ 263356 w 1072230"/>
              <a:gd name="connsiteY109" fmla="*/ 180650 h 1072230"/>
              <a:gd name="connsiteX110" fmla="*/ 248062 w 1072230"/>
              <a:gd name="connsiteY110" fmla="*/ 85213 h 1072230"/>
              <a:gd name="connsiteX111" fmla="*/ 290710 w 1072230"/>
              <a:gd name="connsiteY111" fmla="*/ 62065 h 1072230"/>
              <a:gd name="connsiteX112" fmla="*/ 364653 w 1072230"/>
              <a:gd name="connsiteY112" fmla="*/ 122165 h 1072230"/>
              <a:gd name="connsiteX113" fmla="*/ 374423 w 1072230"/>
              <a:gd name="connsiteY113" fmla="*/ 27545 h 1072230"/>
              <a:gd name="connsiteX114" fmla="*/ 420668 w 1072230"/>
              <a:gd name="connsiteY114" fmla="*/ 13189 h 1072230"/>
              <a:gd name="connsiteX115" fmla="*/ 477630 w 1072230"/>
              <a:gd name="connsiteY115" fmla="*/ 91894 h 1072230"/>
              <a:gd name="connsiteX116" fmla="*/ 511777 w 1072230"/>
              <a:gd name="connsiteY116" fmla="*/ 2453 h 10722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</a:cxnLst>
            <a:rect l="l" t="t" r="r" b="b"/>
            <a:pathLst>
              <a:path w="1072230" h="1072230">
                <a:moveTo>
                  <a:pt x="704234" y="548838"/>
                </a:moveTo>
                <a:lnTo>
                  <a:pt x="693389" y="602554"/>
                </a:lnTo>
                <a:cubicBezTo>
                  <a:pt x="676115" y="643396"/>
                  <a:pt x="643396" y="676115"/>
                  <a:pt x="602554" y="693389"/>
                </a:cubicBezTo>
                <a:lnTo>
                  <a:pt x="568998" y="700164"/>
                </a:lnTo>
                <a:lnTo>
                  <a:pt x="568998" y="879092"/>
                </a:lnTo>
                <a:lnTo>
                  <a:pt x="598094" y="876524"/>
                </a:lnTo>
                <a:cubicBezTo>
                  <a:pt x="738911" y="851371"/>
                  <a:pt x="850563" y="742032"/>
                  <a:pt x="879131" y="602427"/>
                </a:cubicBezTo>
                <a:lnTo>
                  <a:pt x="884533" y="548838"/>
                </a:lnTo>
                <a:close/>
                <a:moveTo>
                  <a:pt x="187697" y="548838"/>
                </a:moveTo>
                <a:lnTo>
                  <a:pt x="193099" y="602427"/>
                </a:lnTo>
                <a:cubicBezTo>
                  <a:pt x="221667" y="742032"/>
                  <a:pt x="333319" y="851371"/>
                  <a:pt x="474136" y="876524"/>
                </a:cubicBezTo>
                <a:lnTo>
                  <a:pt x="509616" y="879655"/>
                </a:lnTo>
                <a:lnTo>
                  <a:pt x="509616" y="701453"/>
                </a:lnTo>
                <a:lnTo>
                  <a:pt x="469676" y="693389"/>
                </a:lnTo>
                <a:cubicBezTo>
                  <a:pt x="428834" y="676115"/>
                  <a:pt x="396115" y="643396"/>
                  <a:pt x="378841" y="602554"/>
                </a:cubicBezTo>
                <a:lnTo>
                  <a:pt x="367996" y="548838"/>
                </a:lnTo>
                <a:close/>
                <a:moveTo>
                  <a:pt x="536115" y="450771"/>
                </a:moveTo>
                <a:cubicBezTo>
                  <a:pt x="488981" y="450771"/>
                  <a:pt x="450771" y="488981"/>
                  <a:pt x="450771" y="536115"/>
                </a:cubicBezTo>
                <a:cubicBezTo>
                  <a:pt x="450771" y="583249"/>
                  <a:pt x="488981" y="621459"/>
                  <a:pt x="536115" y="621459"/>
                </a:cubicBezTo>
                <a:cubicBezTo>
                  <a:pt x="583249" y="621459"/>
                  <a:pt x="621459" y="583249"/>
                  <a:pt x="621459" y="536115"/>
                </a:cubicBezTo>
                <a:cubicBezTo>
                  <a:pt x="621459" y="488981"/>
                  <a:pt x="583249" y="450771"/>
                  <a:pt x="536115" y="450771"/>
                </a:cubicBezTo>
                <a:close/>
                <a:moveTo>
                  <a:pt x="568998" y="185050"/>
                </a:moveTo>
                <a:lnTo>
                  <a:pt x="568998" y="372066"/>
                </a:lnTo>
                <a:lnTo>
                  <a:pt x="602554" y="378841"/>
                </a:lnTo>
                <a:cubicBezTo>
                  <a:pt x="643396" y="396115"/>
                  <a:pt x="676115" y="428834"/>
                  <a:pt x="693389" y="469676"/>
                </a:cubicBezTo>
                <a:lnTo>
                  <a:pt x="697383" y="489456"/>
                </a:lnTo>
                <a:lnTo>
                  <a:pt x="882502" y="489456"/>
                </a:lnTo>
                <a:lnTo>
                  <a:pt x="880775" y="469885"/>
                </a:lnTo>
                <a:cubicBezTo>
                  <a:pt x="855622" y="329068"/>
                  <a:pt x="746282" y="217416"/>
                  <a:pt x="606678" y="188848"/>
                </a:cubicBezTo>
                <a:close/>
                <a:moveTo>
                  <a:pt x="509616" y="184073"/>
                </a:moveTo>
                <a:lnTo>
                  <a:pt x="474136" y="187204"/>
                </a:lnTo>
                <a:cubicBezTo>
                  <a:pt x="333319" y="212357"/>
                  <a:pt x="221667" y="321696"/>
                  <a:pt x="193099" y="461301"/>
                </a:cubicBezTo>
                <a:lnTo>
                  <a:pt x="190261" y="489456"/>
                </a:lnTo>
                <a:lnTo>
                  <a:pt x="374847" y="489456"/>
                </a:lnTo>
                <a:lnTo>
                  <a:pt x="378841" y="469676"/>
                </a:lnTo>
                <a:cubicBezTo>
                  <a:pt x="396115" y="428834"/>
                  <a:pt x="428834" y="396115"/>
                  <a:pt x="469676" y="378841"/>
                </a:cubicBezTo>
                <a:lnTo>
                  <a:pt x="509616" y="370777"/>
                </a:lnTo>
                <a:close/>
                <a:moveTo>
                  <a:pt x="536115" y="0"/>
                </a:moveTo>
                <a:lnTo>
                  <a:pt x="560453" y="2453"/>
                </a:lnTo>
                <a:lnTo>
                  <a:pt x="594600" y="91894"/>
                </a:lnTo>
                <a:lnTo>
                  <a:pt x="651562" y="13189"/>
                </a:lnTo>
                <a:lnTo>
                  <a:pt x="697807" y="27545"/>
                </a:lnTo>
                <a:lnTo>
                  <a:pt x="707577" y="122165"/>
                </a:lnTo>
                <a:lnTo>
                  <a:pt x="781521" y="62065"/>
                </a:lnTo>
                <a:lnTo>
                  <a:pt x="824168" y="85213"/>
                </a:lnTo>
                <a:lnTo>
                  <a:pt x="808874" y="180650"/>
                </a:lnTo>
                <a:lnTo>
                  <a:pt x="896385" y="141496"/>
                </a:lnTo>
                <a:lnTo>
                  <a:pt x="915206" y="157025"/>
                </a:lnTo>
                <a:lnTo>
                  <a:pt x="930734" y="175845"/>
                </a:lnTo>
                <a:lnTo>
                  <a:pt x="891580" y="263356"/>
                </a:lnTo>
                <a:lnTo>
                  <a:pt x="987017" y="248062"/>
                </a:lnTo>
                <a:lnTo>
                  <a:pt x="1010166" y="290710"/>
                </a:lnTo>
                <a:lnTo>
                  <a:pt x="950065" y="364653"/>
                </a:lnTo>
                <a:lnTo>
                  <a:pt x="1044685" y="374423"/>
                </a:lnTo>
                <a:lnTo>
                  <a:pt x="1059041" y="420668"/>
                </a:lnTo>
                <a:lnTo>
                  <a:pt x="980336" y="477630"/>
                </a:lnTo>
                <a:lnTo>
                  <a:pt x="1069777" y="511777"/>
                </a:lnTo>
                <a:lnTo>
                  <a:pt x="1072230" y="536115"/>
                </a:lnTo>
                <a:lnTo>
                  <a:pt x="1069777" y="560453"/>
                </a:lnTo>
                <a:lnTo>
                  <a:pt x="980336" y="594600"/>
                </a:lnTo>
                <a:lnTo>
                  <a:pt x="1059041" y="651562"/>
                </a:lnTo>
                <a:lnTo>
                  <a:pt x="1044685" y="697807"/>
                </a:lnTo>
                <a:lnTo>
                  <a:pt x="950065" y="707577"/>
                </a:lnTo>
                <a:lnTo>
                  <a:pt x="1010166" y="781521"/>
                </a:lnTo>
                <a:lnTo>
                  <a:pt x="987017" y="824168"/>
                </a:lnTo>
                <a:lnTo>
                  <a:pt x="891580" y="808874"/>
                </a:lnTo>
                <a:lnTo>
                  <a:pt x="930734" y="896385"/>
                </a:lnTo>
                <a:lnTo>
                  <a:pt x="915206" y="915206"/>
                </a:lnTo>
                <a:lnTo>
                  <a:pt x="896385" y="930734"/>
                </a:lnTo>
                <a:lnTo>
                  <a:pt x="808874" y="891580"/>
                </a:lnTo>
                <a:lnTo>
                  <a:pt x="824168" y="987017"/>
                </a:lnTo>
                <a:lnTo>
                  <a:pt x="781520" y="1010166"/>
                </a:lnTo>
                <a:lnTo>
                  <a:pt x="707577" y="950065"/>
                </a:lnTo>
                <a:lnTo>
                  <a:pt x="697807" y="1044685"/>
                </a:lnTo>
                <a:lnTo>
                  <a:pt x="651562" y="1059041"/>
                </a:lnTo>
                <a:lnTo>
                  <a:pt x="594600" y="980336"/>
                </a:lnTo>
                <a:lnTo>
                  <a:pt x="560453" y="1069777"/>
                </a:lnTo>
                <a:lnTo>
                  <a:pt x="536115" y="1072230"/>
                </a:lnTo>
                <a:lnTo>
                  <a:pt x="511777" y="1069777"/>
                </a:lnTo>
                <a:lnTo>
                  <a:pt x="477630" y="980336"/>
                </a:lnTo>
                <a:lnTo>
                  <a:pt x="420668" y="1059041"/>
                </a:lnTo>
                <a:lnTo>
                  <a:pt x="374423" y="1044685"/>
                </a:lnTo>
                <a:lnTo>
                  <a:pt x="364653" y="950065"/>
                </a:lnTo>
                <a:lnTo>
                  <a:pt x="290710" y="1010166"/>
                </a:lnTo>
                <a:lnTo>
                  <a:pt x="248062" y="987017"/>
                </a:lnTo>
                <a:lnTo>
                  <a:pt x="263356" y="891580"/>
                </a:lnTo>
                <a:lnTo>
                  <a:pt x="175845" y="930734"/>
                </a:lnTo>
                <a:lnTo>
                  <a:pt x="157025" y="915206"/>
                </a:lnTo>
                <a:lnTo>
                  <a:pt x="141496" y="896385"/>
                </a:lnTo>
                <a:lnTo>
                  <a:pt x="180650" y="808874"/>
                </a:lnTo>
                <a:lnTo>
                  <a:pt x="85213" y="824168"/>
                </a:lnTo>
                <a:lnTo>
                  <a:pt x="62065" y="781521"/>
                </a:lnTo>
                <a:lnTo>
                  <a:pt x="122165" y="707577"/>
                </a:lnTo>
                <a:lnTo>
                  <a:pt x="27545" y="697807"/>
                </a:lnTo>
                <a:lnTo>
                  <a:pt x="13189" y="651562"/>
                </a:lnTo>
                <a:lnTo>
                  <a:pt x="91894" y="594600"/>
                </a:lnTo>
                <a:lnTo>
                  <a:pt x="2453" y="560453"/>
                </a:lnTo>
                <a:lnTo>
                  <a:pt x="0" y="536115"/>
                </a:lnTo>
                <a:lnTo>
                  <a:pt x="2453" y="511777"/>
                </a:lnTo>
                <a:lnTo>
                  <a:pt x="91894" y="477630"/>
                </a:lnTo>
                <a:lnTo>
                  <a:pt x="13189" y="420668"/>
                </a:lnTo>
                <a:lnTo>
                  <a:pt x="27545" y="374423"/>
                </a:lnTo>
                <a:lnTo>
                  <a:pt x="122165" y="364653"/>
                </a:lnTo>
                <a:lnTo>
                  <a:pt x="62065" y="290710"/>
                </a:lnTo>
                <a:lnTo>
                  <a:pt x="85213" y="248062"/>
                </a:lnTo>
                <a:lnTo>
                  <a:pt x="180650" y="263356"/>
                </a:lnTo>
                <a:lnTo>
                  <a:pt x="141496" y="175845"/>
                </a:lnTo>
                <a:lnTo>
                  <a:pt x="157025" y="157025"/>
                </a:lnTo>
                <a:lnTo>
                  <a:pt x="175845" y="141496"/>
                </a:lnTo>
                <a:lnTo>
                  <a:pt x="263356" y="180650"/>
                </a:lnTo>
                <a:lnTo>
                  <a:pt x="248062" y="85213"/>
                </a:lnTo>
                <a:lnTo>
                  <a:pt x="290710" y="62065"/>
                </a:lnTo>
                <a:lnTo>
                  <a:pt x="364653" y="122165"/>
                </a:lnTo>
                <a:lnTo>
                  <a:pt x="374423" y="27545"/>
                </a:lnTo>
                <a:lnTo>
                  <a:pt x="420668" y="13189"/>
                </a:lnTo>
                <a:lnTo>
                  <a:pt x="477630" y="91894"/>
                </a:lnTo>
                <a:lnTo>
                  <a:pt x="511777" y="2453"/>
                </a:lnTo>
                <a:close/>
              </a:path>
            </a:pathLst>
          </a:custGeom>
          <a:solidFill>
            <a:srgbClr val="9516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5CA1"/>
              </a:solidFill>
            </a:endParaRPr>
          </a:p>
        </p:txBody>
      </p:sp>
      <p:sp>
        <p:nvSpPr>
          <p:cNvPr id="23" name="淘宝-想搞设计PPT(倒卖必究)-23"/>
          <p:cNvSpPr/>
          <p:nvPr/>
        </p:nvSpPr>
        <p:spPr>
          <a:xfrm rot="2700000">
            <a:off x="5730975" y="4259022"/>
            <a:ext cx="118597" cy="118597"/>
          </a:xfrm>
          <a:custGeom>
            <a:avLst/>
            <a:gdLst>
              <a:gd name="connsiteX0" fmla="*/ 704234 w 1072230"/>
              <a:gd name="connsiteY0" fmla="*/ 548838 h 1072230"/>
              <a:gd name="connsiteX1" fmla="*/ 693389 w 1072230"/>
              <a:gd name="connsiteY1" fmla="*/ 602554 h 1072230"/>
              <a:gd name="connsiteX2" fmla="*/ 602554 w 1072230"/>
              <a:gd name="connsiteY2" fmla="*/ 693389 h 1072230"/>
              <a:gd name="connsiteX3" fmla="*/ 568998 w 1072230"/>
              <a:gd name="connsiteY3" fmla="*/ 700164 h 1072230"/>
              <a:gd name="connsiteX4" fmla="*/ 568998 w 1072230"/>
              <a:gd name="connsiteY4" fmla="*/ 879092 h 1072230"/>
              <a:gd name="connsiteX5" fmla="*/ 598094 w 1072230"/>
              <a:gd name="connsiteY5" fmla="*/ 876524 h 1072230"/>
              <a:gd name="connsiteX6" fmla="*/ 879131 w 1072230"/>
              <a:gd name="connsiteY6" fmla="*/ 602427 h 1072230"/>
              <a:gd name="connsiteX7" fmla="*/ 884533 w 1072230"/>
              <a:gd name="connsiteY7" fmla="*/ 548838 h 1072230"/>
              <a:gd name="connsiteX8" fmla="*/ 187697 w 1072230"/>
              <a:gd name="connsiteY8" fmla="*/ 548838 h 1072230"/>
              <a:gd name="connsiteX9" fmla="*/ 193099 w 1072230"/>
              <a:gd name="connsiteY9" fmla="*/ 602427 h 1072230"/>
              <a:gd name="connsiteX10" fmla="*/ 474136 w 1072230"/>
              <a:gd name="connsiteY10" fmla="*/ 876524 h 1072230"/>
              <a:gd name="connsiteX11" fmla="*/ 509616 w 1072230"/>
              <a:gd name="connsiteY11" fmla="*/ 879655 h 1072230"/>
              <a:gd name="connsiteX12" fmla="*/ 509616 w 1072230"/>
              <a:gd name="connsiteY12" fmla="*/ 701453 h 1072230"/>
              <a:gd name="connsiteX13" fmla="*/ 469676 w 1072230"/>
              <a:gd name="connsiteY13" fmla="*/ 693389 h 1072230"/>
              <a:gd name="connsiteX14" fmla="*/ 378841 w 1072230"/>
              <a:gd name="connsiteY14" fmla="*/ 602554 h 1072230"/>
              <a:gd name="connsiteX15" fmla="*/ 367996 w 1072230"/>
              <a:gd name="connsiteY15" fmla="*/ 548838 h 1072230"/>
              <a:gd name="connsiteX16" fmla="*/ 536115 w 1072230"/>
              <a:gd name="connsiteY16" fmla="*/ 450771 h 1072230"/>
              <a:gd name="connsiteX17" fmla="*/ 450771 w 1072230"/>
              <a:gd name="connsiteY17" fmla="*/ 536115 h 1072230"/>
              <a:gd name="connsiteX18" fmla="*/ 536115 w 1072230"/>
              <a:gd name="connsiteY18" fmla="*/ 621459 h 1072230"/>
              <a:gd name="connsiteX19" fmla="*/ 621459 w 1072230"/>
              <a:gd name="connsiteY19" fmla="*/ 536115 h 1072230"/>
              <a:gd name="connsiteX20" fmla="*/ 536115 w 1072230"/>
              <a:gd name="connsiteY20" fmla="*/ 450771 h 1072230"/>
              <a:gd name="connsiteX21" fmla="*/ 568998 w 1072230"/>
              <a:gd name="connsiteY21" fmla="*/ 185050 h 1072230"/>
              <a:gd name="connsiteX22" fmla="*/ 568998 w 1072230"/>
              <a:gd name="connsiteY22" fmla="*/ 372066 h 1072230"/>
              <a:gd name="connsiteX23" fmla="*/ 602554 w 1072230"/>
              <a:gd name="connsiteY23" fmla="*/ 378841 h 1072230"/>
              <a:gd name="connsiteX24" fmla="*/ 693389 w 1072230"/>
              <a:gd name="connsiteY24" fmla="*/ 469676 h 1072230"/>
              <a:gd name="connsiteX25" fmla="*/ 697383 w 1072230"/>
              <a:gd name="connsiteY25" fmla="*/ 489456 h 1072230"/>
              <a:gd name="connsiteX26" fmla="*/ 882502 w 1072230"/>
              <a:gd name="connsiteY26" fmla="*/ 489456 h 1072230"/>
              <a:gd name="connsiteX27" fmla="*/ 880775 w 1072230"/>
              <a:gd name="connsiteY27" fmla="*/ 469885 h 1072230"/>
              <a:gd name="connsiteX28" fmla="*/ 606678 w 1072230"/>
              <a:gd name="connsiteY28" fmla="*/ 188848 h 1072230"/>
              <a:gd name="connsiteX29" fmla="*/ 509616 w 1072230"/>
              <a:gd name="connsiteY29" fmla="*/ 184073 h 1072230"/>
              <a:gd name="connsiteX30" fmla="*/ 474136 w 1072230"/>
              <a:gd name="connsiteY30" fmla="*/ 187204 h 1072230"/>
              <a:gd name="connsiteX31" fmla="*/ 193099 w 1072230"/>
              <a:gd name="connsiteY31" fmla="*/ 461301 h 1072230"/>
              <a:gd name="connsiteX32" fmla="*/ 190261 w 1072230"/>
              <a:gd name="connsiteY32" fmla="*/ 489456 h 1072230"/>
              <a:gd name="connsiteX33" fmla="*/ 374847 w 1072230"/>
              <a:gd name="connsiteY33" fmla="*/ 489456 h 1072230"/>
              <a:gd name="connsiteX34" fmla="*/ 378841 w 1072230"/>
              <a:gd name="connsiteY34" fmla="*/ 469676 h 1072230"/>
              <a:gd name="connsiteX35" fmla="*/ 469676 w 1072230"/>
              <a:gd name="connsiteY35" fmla="*/ 378841 h 1072230"/>
              <a:gd name="connsiteX36" fmla="*/ 509616 w 1072230"/>
              <a:gd name="connsiteY36" fmla="*/ 370777 h 1072230"/>
              <a:gd name="connsiteX37" fmla="*/ 536115 w 1072230"/>
              <a:gd name="connsiteY37" fmla="*/ 0 h 1072230"/>
              <a:gd name="connsiteX38" fmla="*/ 560453 w 1072230"/>
              <a:gd name="connsiteY38" fmla="*/ 2453 h 1072230"/>
              <a:gd name="connsiteX39" fmla="*/ 594600 w 1072230"/>
              <a:gd name="connsiteY39" fmla="*/ 91894 h 1072230"/>
              <a:gd name="connsiteX40" fmla="*/ 651562 w 1072230"/>
              <a:gd name="connsiteY40" fmla="*/ 13189 h 1072230"/>
              <a:gd name="connsiteX41" fmla="*/ 697807 w 1072230"/>
              <a:gd name="connsiteY41" fmla="*/ 27545 h 1072230"/>
              <a:gd name="connsiteX42" fmla="*/ 707577 w 1072230"/>
              <a:gd name="connsiteY42" fmla="*/ 122165 h 1072230"/>
              <a:gd name="connsiteX43" fmla="*/ 781521 w 1072230"/>
              <a:gd name="connsiteY43" fmla="*/ 62065 h 1072230"/>
              <a:gd name="connsiteX44" fmla="*/ 824168 w 1072230"/>
              <a:gd name="connsiteY44" fmla="*/ 85213 h 1072230"/>
              <a:gd name="connsiteX45" fmla="*/ 808874 w 1072230"/>
              <a:gd name="connsiteY45" fmla="*/ 180650 h 1072230"/>
              <a:gd name="connsiteX46" fmla="*/ 896385 w 1072230"/>
              <a:gd name="connsiteY46" fmla="*/ 141496 h 1072230"/>
              <a:gd name="connsiteX47" fmla="*/ 915206 w 1072230"/>
              <a:gd name="connsiteY47" fmla="*/ 157025 h 1072230"/>
              <a:gd name="connsiteX48" fmla="*/ 930734 w 1072230"/>
              <a:gd name="connsiteY48" fmla="*/ 175845 h 1072230"/>
              <a:gd name="connsiteX49" fmla="*/ 891580 w 1072230"/>
              <a:gd name="connsiteY49" fmla="*/ 263356 h 1072230"/>
              <a:gd name="connsiteX50" fmla="*/ 987017 w 1072230"/>
              <a:gd name="connsiteY50" fmla="*/ 248062 h 1072230"/>
              <a:gd name="connsiteX51" fmla="*/ 1010166 w 1072230"/>
              <a:gd name="connsiteY51" fmla="*/ 290710 h 1072230"/>
              <a:gd name="connsiteX52" fmla="*/ 950065 w 1072230"/>
              <a:gd name="connsiteY52" fmla="*/ 364653 h 1072230"/>
              <a:gd name="connsiteX53" fmla="*/ 1044685 w 1072230"/>
              <a:gd name="connsiteY53" fmla="*/ 374423 h 1072230"/>
              <a:gd name="connsiteX54" fmla="*/ 1059041 w 1072230"/>
              <a:gd name="connsiteY54" fmla="*/ 420668 h 1072230"/>
              <a:gd name="connsiteX55" fmla="*/ 980336 w 1072230"/>
              <a:gd name="connsiteY55" fmla="*/ 477630 h 1072230"/>
              <a:gd name="connsiteX56" fmla="*/ 1069777 w 1072230"/>
              <a:gd name="connsiteY56" fmla="*/ 511777 h 1072230"/>
              <a:gd name="connsiteX57" fmla="*/ 1072230 w 1072230"/>
              <a:gd name="connsiteY57" fmla="*/ 536115 h 1072230"/>
              <a:gd name="connsiteX58" fmla="*/ 1069777 w 1072230"/>
              <a:gd name="connsiteY58" fmla="*/ 560453 h 1072230"/>
              <a:gd name="connsiteX59" fmla="*/ 980336 w 1072230"/>
              <a:gd name="connsiteY59" fmla="*/ 594600 h 1072230"/>
              <a:gd name="connsiteX60" fmla="*/ 1059041 w 1072230"/>
              <a:gd name="connsiteY60" fmla="*/ 651562 h 1072230"/>
              <a:gd name="connsiteX61" fmla="*/ 1044685 w 1072230"/>
              <a:gd name="connsiteY61" fmla="*/ 697807 h 1072230"/>
              <a:gd name="connsiteX62" fmla="*/ 950065 w 1072230"/>
              <a:gd name="connsiteY62" fmla="*/ 707577 h 1072230"/>
              <a:gd name="connsiteX63" fmla="*/ 1010166 w 1072230"/>
              <a:gd name="connsiteY63" fmla="*/ 781521 h 1072230"/>
              <a:gd name="connsiteX64" fmla="*/ 987017 w 1072230"/>
              <a:gd name="connsiteY64" fmla="*/ 824168 h 1072230"/>
              <a:gd name="connsiteX65" fmla="*/ 891580 w 1072230"/>
              <a:gd name="connsiteY65" fmla="*/ 808874 h 1072230"/>
              <a:gd name="connsiteX66" fmla="*/ 930734 w 1072230"/>
              <a:gd name="connsiteY66" fmla="*/ 896385 h 1072230"/>
              <a:gd name="connsiteX67" fmla="*/ 915206 w 1072230"/>
              <a:gd name="connsiteY67" fmla="*/ 915206 h 1072230"/>
              <a:gd name="connsiteX68" fmla="*/ 896385 w 1072230"/>
              <a:gd name="connsiteY68" fmla="*/ 930734 h 1072230"/>
              <a:gd name="connsiteX69" fmla="*/ 808874 w 1072230"/>
              <a:gd name="connsiteY69" fmla="*/ 891580 h 1072230"/>
              <a:gd name="connsiteX70" fmla="*/ 824168 w 1072230"/>
              <a:gd name="connsiteY70" fmla="*/ 987017 h 1072230"/>
              <a:gd name="connsiteX71" fmla="*/ 781520 w 1072230"/>
              <a:gd name="connsiteY71" fmla="*/ 1010166 h 1072230"/>
              <a:gd name="connsiteX72" fmla="*/ 707577 w 1072230"/>
              <a:gd name="connsiteY72" fmla="*/ 950065 h 1072230"/>
              <a:gd name="connsiteX73" fmla="*/ 697807 w 1072230"/>
              <a:gd name="connsiteY73" fmla="*/ 1044685 h 1072230"/>
              <a:gd name="connsiteX74" fmla="*/ 651562 w 1072230"/>
              <a:gd name="connsiteY74" fmla="*/ 1059041 h 1072230"/>
              <a:gd name="connsiteX75" fmla="*/ 594600 w 1072230"/>
              <a:gd name="connsiteY75" fmla="*/ 980336 h 1072230"/>
              <a:gd name="connsiteX76" fmla="*/ 560453 w 1072230"/>
              <a:gd name="connsiteY76" fmla="*/ 1069777 h 1072230"/>
              <a:gd name="connsiteX77" fmla="*/ 536115 w 1072230"/>
              <a:gd name="connsiteY77" fmla="*/ 1072230 h 1072230"/>
              <a:gd name="connsiteX78" fmla="*/ 511777 w 1072230"/>
              <a:gd name="connsiteY78" fmla="*/ 1069777 h 1072230"/>
              <a:gd name="connsiteX79" fmla="*/ 477630 w 1072230"/>
              <a:gd name="connsiteY79" fmla="*/ 980336 h 1072230"/>
              <a:gd name="connsiteX80" fmla="*/ 420668 w 1072230"/>
              <a:gd name="connsiteY80" fmla="*/ 1059041 h 1072230"/>
              <a:gd name="connsiteX81" fmla="*/ 374423 w 1072230"/>
              <a:gd name="connsiteY81" fmla="*/ 1044685 h 1072230"/>
              <a:gd name="connsiteX82" fmla="*/ 364653 w 1072230"/>
              <a:gd name="connsiteY82" fmla="*/ 950065 h 1072230"/>
              <a:gd name="connsiteX83" fmla="*/ 290710 w 1072230"/>
              <a:gd name="connsiteY83" fmla="*/ 1010166 h 1072230"/>
              <a:gd name="connsiteX84" fmla="*/ 248062 w 1072230"/>
              <a:gd name="connsiteY84" fmla="*/ 987017 h 1072230"/>
              <a:gd name="connsiteX85" fmla="*/ 263356 w 1072230"/>
              <a:gd name="connsiteY85" fmla="*/ 891580 h 1072230"/>
              <a:gd name="connsiteX86" fmla="*/ 175845 w 1072230"/>
              <a:gd name="connsiteY86" fmla="*/ 930734 h 1072230"/>
              <a:gd name="connsiteX87" fmla="*/ 157025 w 1072230"/>
              <a:gd name="connsiteY87" fmla="*/ 915206 h 1072230"/>
              <a:gd name="connsiteX88" fmla="*/ 141496 w 1072230"/>
              <a:gd name="connsiteY88" fmla="*/ 896385 h 1072230"/>
              <a:gd name="connsiteX89" fmla="*/ 180650 w 1072230"/>
              <a:gd name="connsiteY89" fmla="*/ 808874 h 1072230"/>
              <a:gd name="connsiteX90" fmla="*/ 85213 w 1072230"/>
              <a:gd name="connsiteY90" fmla="*/ 824168 h 1072230"/>
              <a:gd name="connsiteX91" fmla="*/ 62065 w 1072230"/>
              <a:gd name="connsiteY91" fmla="*/ 781521 h 1072230"/>
              <a:gd name="connsiteX92" fmla="*/ 122165 w 1072230"/>
              <a:gd name="connsiteY92" fmla="*/ 707577 h 1072230"/>
              <a:gd name="connsiteX93" fmla="*/ 27545 w 1072230"/>
              <a:gd name="connsiteY93" fmla="*/ 697807 h 1072230"/>
              <a:gd name="connsiteX94" fmla="*/ 13189 w 1072230"/>
              <a:gd name="connsiteY94" fmla="*/ 651562 h 1072230"/>
              <a:gd name="connsiteX95" fmla="*/ 91894 w 1072230"/>
              <a:gd name="connsiteY95" fmla="*/ 594600 h 1072230"/>
              <a:gd name="connsiteX96" fmla="*/ 2453 w 1072230"/>
              <a:gd name="connsiteY96" fmla="*/ 560453 h 1072230"/>
              <a:gd name="connsiteX97" fmla="*/ 0 w 1072230"/>
              <a:gd name="connsiteY97" fmla="*/ 536115 h 1072230"/>
              <a:gd name="connsiteX98" fmla="*/ 2453 w 1072230"/>
              <a:gd name="connsiteY98" fmla="*/ 511777 h 1072230"/>
              <a:gd name="connsiteX99" fmla="*/ 91894 w 1072230"/>
              <a:gd name="connsiteY99" fmla="*/ 477630 h 1072230"/>
              <a:gd name="connsiteX100" fmla="*/ 13189 w 1072230"/>
              <a:gd name="connsiteY100" fmla="*/ 420668 h 1072230"/>
              <a:gd name="connsiteX101" fmla="*/ 27545 w 1072230"/>
              <a:gd name="connsiteY101" fmla="*/ 374423 h 1072230"/>
              <a:gd name="connsiteX102" fmla="*/ 122165 w 1072230"/>
              <a:gd name="connsiteY102" fmla="*/ 364653 h 1072230"/>
              <a:gd name="connsiteX103" fmla="*/ 62065 w 1072230"/>
              <a:gd name="connsiteY103" fmla="*/ 290710 h 1072230"/>
              <a:gd name="connsiteX104" fmla="*/ 85213 w 1072230"/>
              <a:gd name="connsiteY104" fmla="*/ 248062 h 1072230"/>
              <a:gd name="connsiteX105" fmla="*/ 180650 w 1072230"/>
              <a:gd name="connsiteY105" fmla="*/ 263356 h 1072230"/>
              <a:gd name="connsiteX106" fmla="*/ 141496 w 1072230"/>
              <a:gd name="connsiteY106" fmla="*/ 175845 h 1072230"/>
              <a:gd name="connsiteX107" fmla="*/ 157025 w 1072230"/>
              <a:gd name="connsiteY107" fmla="*/ 157025 h 1072230"/>
              <a:gd name="connsiteX108" fmla="*/ 175845 w 1072230"/>
              <a:gd name="connsiteY108" fmla="*/ 141496 h 1072230"/>
              <a:gd name="connsiteX109" fmla="*/ 263356 w 1072230"/>
              <a:gd name="connsiteY109" fmla="*/ 180650 h 1072230"/>
              <a:gd name="connsiteX110" fmla="*/ 248062 w 1072230"/>
              <a:gd name="connsiteY110" fmla="*/ 85213 h 1072230"/>
              <a:gd name="connsiteX111" fmla="*/ 290710 w 1072230"/>
              <a:gd name="connsiteY111" fmla="*/ 62065 h 1072230"/>
              <a:gd name="connsiteX112" fmla="*/ 364653 w 1072230"/>
              <a:gd name="connsiteY112" fmla="*/ 122165 h 1072230"/>
              <a:gd name="connsiteX113" fmla="*/ 374423 w 1072230"/>
              <a:gd name="connsiteY113" fmla="*/ 27545 h 1072230"/>
              <a:gd name="connsiteX114" fmla="*/ 420668 w 1072230"/>
              <a:gd name="connsiteY114" fmla="*/ 13189 h 1072230"/>
              <a:gd name="connsiteX115" fmla="*/ 477630 w 1072230"/>
              <a:gd name="connsiteY115" fmla="*/ 91894 h 1072230"/>
              <a:gd name="connsiteX116" fmla="*/ 511777 w 1072230"/>
              <a:gd name="connsiteY116" fmla="*/ 2453 h 10722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</a:cxnLst>
            <a:rect l="l" t="t" r="r" b="b"/>
            <a:pathLst>
              <a:path w="1072230" h="1072230">
                <a:moveTo>
                  <a:pt x="704234" y="548838"/>
                </a:moveTo>
                <a:lnTo>
                  <a:pt x="693389" y="602554"/>
                </a:lnTo>
                <a:cubicBezTo>
                  <a:pt x="676115" y="643396"/>
                  <a:pt x="643396" y="676115"/>
                  <a:pt x="602554" y="693389"/>
                </a:cubicBezTo>
                <a:lnTo>
                  <a:pt x="568998" y="700164"/>
                </a:lnTo>
                <a:lnTo>
                  <a:pt x="568998" y="879092"/>
                </a:lnTo>
                <a:lnTo>
                  <a:pt x="598094" y="876524"/>
                </a:lnTo>
                <a:cubicBezTo>
                  <a:pt x="738911" y="851371"/>
                  <a:pt x="850563" y="742032"/>
                  <a:pt x="879131" y="602427"/>
                </a:cubicBezTo>
                <a:lnTo>
                  <a:pt x="884533" y="548838"/>
                </a:lnTo>
                <a:close/>
                <a:moveTo>
                  <a:pt x="187697" y="548838"/>
                </a:moveTo>
                <a:lnTo>
                  <a:pt x="193099" y="602427"/>
                </a:lnTo>
                <a:cubicBezTo>
                  <a:pt x="221667" y="742032"/>
                  <a:pt x="333319" y="851371"/>
                  <a:pt x="474136" y="876524"/>
                </a:cubicBezTo>
                <a:lnTo>
                  <a:pt x="509616" y="879655"/>
                </a:lnTo>
                <a:lnTo>
                  <a:pt x="509616" y="701453"/>
                </a:lnTo>
                <a:lnTo>
                  <a:pt x="469676" y="693389"/>
                </a:lnTo>
                <a:cubicBezTo>
                  <a:pt x="428834" y="676115"/>
                  <a:pt x="396115" y="643396"/>
                  <a:pt x="378841" y="602554"/>
                </a:cubicBezTo>
                <a:lnTo>
                  <a:pt x="367996" y="548838"/>
                </a:lnTo>
                <a:close/>
                <a:moveTo>
                  <a:pt x="536115" y="450771"/>
                </a:moveTo>
                <a:cubicBezTo>
                  <a:pt x="488981" y="450771"/>
                  <a:pt x="450771" y="488981"/>
                  <a:pt x="450771" y="536115"/>
                </a:cubicBezTo>
                <a:cubicBezTo>
                  <a:pt x="450771" y="583249"/>
                  <a:pt x="488981" y="621459"/>
                  <a:pt x="536115" y="621459"/>
                </a:cubicBezTo>
                <a:cubicBezTo>
                  <a:pt x="583249" y="621459"/>
                  <a:pt x="621459" y="583249"/>
                  <a:pt x="621459" y="536115"/>
                </a:cubicBezTo>
                <a:cubicBezTo>
                  <a:pt x="621459" y="488981"/>
                  <a:pt x="583249" y="450771"/>
                  <a:pt x="536115" y="450771"/>
                </a:cubicBezTo>
                <a:close/>
                <a:moveTo>
                  <a:pt x="568998" y="185050"/>
                </a:moveTo>
                <a:lnTo>
                  <a:pt x="568998" y="372066"/>
                </a:lnTo>
                <a:lnTo>
                  <a:pt x="602554" y="378841"/>
                </a:lnTo>
                <a:cubicBezTo>
                  <a:pt x="643396" y="396115"/>
                  <a:pt x="676115" y="428834"/>
                  <a:pt x="693389" y="469676"/>
                </a:cubicBezTo>
                <a:lnTo>
                  <a:pt x="697383" y="489456"/>
                </a:lnTo>
                <a:lnTo>
                  <a:pt x="882502" y="489456"/>
                </a:lnTo>
                <a:lnTo>
                  <a:pt x="880775" y="469885"/>
                </a:lnTo>
                <a:cubicBezTo>
                  <a:pt x="855622" y="329068"/>
                  <a:pt x="746282" y="217416"/>
                  <a:pt x="606678" y="188848"/>
                </a:cubicBezTo>
                <a:close/>
                <a:moveTo>
                  <a:pt x="509616" y="184073"/>
                </a:moveTo>
                <a:lnTo>
                  <a:pt x="474136" y="187204"/>
                </a:lnTo>
                <a:cubicBezTo>
                  <a:pt x="333319" y="212357"/>
                  <a:pt x="221667" y="321696"/>
                  <a:pt x="193099" y="461301"/>
                </a:cubicBezTo>
                <a:lnTo>
                  <a:pt x="190261" y="489456"/>
                </a:lnTo>
                <a:lnTo>
                  <a:pt x="374847" y="489456"/>
                </a:lnTo>
                <a:lnTo>
                  <a:pt x="378841" y="469676"/>
                </a:lnTo>
                <a:cubicBezTo>
                  <a:pt x="396115" y="428834"/>
                  <a:pt x="428834" y="396115"/>
                  <a:pt x="469676" y="378841"/>
                </a:cubicBezTo>
                <a:lnTo>
                  <a:pt x="509616" y="370777"/>
                </a:lnTo>
                <a:close/>
                <a:moveTo>
                  <a:pt x="536115" y="0"/>
                </a:moveTo>
                <a:lnTo>
                  <a:pt x="560453" y="2453"/>
                </a:lnTo>
                <a:lnTo>
                  <a:pt x="594600" y="91894"/>
                </a:lnTo>
                <a:lnTo>
                  <a:pt x="651562" y="13189"/>
                </a:lnTo>
                <a:lnTo>
                  <a:pt x="697807" y="27545"/>
                </a:lnTo>
                <a:lnTo>
                  <a:pt x="707577" y="122165"/>
                </a:lnTo>
                <a:lnTo>
                  <a:pt x="781521" y="62065"/>
                </a:lnTo>
                <a:lnTo>
                  <a:pt x="824168" y="85213"/>
                </a:lnTo>
                <a:lnTo>
                  <a:pt x="808874" y="180650"/>
                </a:lnTo>
                <a:lnTo>
                  <a:pt x="896385" y="141496"/>
                </a:lnTo>
                <a:lnTo>
                  <a:pt x="915206" y="157025"/>
                </a:lnTo>
                <a:lnTo>
                  <a:pt x="930734" y="175845"/>
                </a:lnTo>
                <a:lnTo>
                  <a:pt x="891580" y="263356"/>
                </a:lnTo>
                <a:lnTo>
                  <a:pt x="987017" y="248062"/>
                </a:lnTo>
                <a:lnTo>
                  <a:pt x="1010166" y="290710"/>
                </a:lnTo>
                <a:lnTo>
                  <a:pt x="950065" y="364653"/>
                </a:lnTo>
                <a:lnTo>
                  <a:pt x="1044685" y="374423"/>
                </a:lnTo>
                <a:lnTo>
                  <a:pt x="1059041" y="420668"/>
                </a:lnTo>
                <a:lnTo>
                  <a:pt x="980336" y="477630"/>
                </a:lnTo>
                <a:lnTo>
                  <a:pt x="1069777" y="511777"/>
                </a:lnTo>
                <a:lnTo>
                  <a:pt x="1072230" y="536115"/>
                </a:lnTo>
                <a:lnTo>
                  <a:pt x="1069777" y="560453"/>
                </a:lnTo>
                <a:lnTo>
                  <a:pt x="980336" y="594600"/>
                </a:lnTo>
                <a:lnTo>
                  <a:pt x="1059041" y="651562"/>
                </a:lnTo>
                <a:lnTo>
                  <a:pt x="1044685" y="697807"/>
                </a:lnTo>
                <a:lnTo>
                  <a:pt x="950065" y="707577"/>
                </a:lnTo>
                <a:lnTo>
                  <a:pt x="1010166" y="781521"/>
                </a:lnTo>
                <a:lnTo>
                  <a:pt x="987017" y="824168"/>
                </a:lnTo>
                <a:lnTo>
                  <a:pt x="891580" y="808874"/>
                </a:lnTo>
                <a:lnTo>
                  <a:pt x="930734" y="896385"/>
                </a:lnTo>
                <a:lnTo>
                  <a:pt x="915206" y="915206"/>
                </a:lnTo>
                <a:lnTo>
                  <a:pt x="896385" y="930734"/>
                </a:lnTo>
                <a:lnTo>
                  <a:pt x="808874" y="891580"/>
                </a:lnTo>
                <a:lnTo>
                  <a:pt x="824168" y="987017"/>
                </a:lnTo>
                <a:lnTo>
                  <a:pt x="781520" y="1010166"/>
                </a:lnTo>
                <a:lnTo>
                  <a:pt x="707577" y="950065"/>
                </a:lnTo>
                <a:lnTo>
                  <a:pt x="697807" y="1044685"/>
                </a:lnTo>
                <a:lnTo>
                  <a:pt x="651562" y="1059041"/>
                </a:lnTo>
                <a:lnTo>
                  <a:pt x="594600" y="980336"/>
                </a:lnTo>
                <a:lnTo>
                  <a:pt x="560453" y="1069777"/>
                </a:lnTo>
                <a:lnTo>
                  <a:pt x="536115" y="1072230"/>
                </a:lnTo>
                <a:lnTo>
                  <a:pt x="511777" y="1069777"/>
                </a:lnTo>
                <a:lnTo>
                  <a:pt x="477630" y="980336"/>
                </a:lnTo>
                <a:lnTo>
                  <a:pt x="420668" y="1059041"/>
                </a:lnTo>
                <a:lnTo>
                  <a:pt x="374423" y="1044685"/>
                </a:lnTo>
                <a:lnTo>
                  <a:pt x="364653" y="950065"/>
                </a:lnTo>
                <a:lnTo>
                  <a:pt x="290710" y="1010166"/>
                </a:lnTo>
                <a:lnTo>
                  <a:pt x="248062" y="987017"/>
                </a:lnTo>
                <a:lnTo>
                  <a:pt x="263356" y="891580"/>
                </a:lnTo>
                <a:lnTo>
                  <a:pt x="175845" y="930734"/>
                </a:lnTo>
                <a:lnTo>
                  <a:pt x="157025" y="915206"/>
                </a:lnTo>
                <a:lnTo>
                  <a:pt x="141496" y="896385"/>
                </a:lnTo>
                <a:lnTo>
                  <a:pt x="180650" y="808874"/>
                </a:lnTo>
                <a:lnTo>
                  <a:pt x="85213" y="824168"/>
                </a:lnTo>
                <a:lnTo>
                  <a:pt x="62065" y="781521"/>
                </a:lnTo>
                <a:lnTo>
                  <a:pt x="122165" y="707577"/>
                </a:lnTo>
                <a:lnTo>
                  <a:pt x="27545" y="697807"/>
                </a:lnTo>
                <a:lnTo>
                  <a:pt x="13189" y="651562"/>
                </a:lnTo>
                <a:lnTo>
                  <a:pt x="91894" y="594600"/>
                </a:lnTo>
                <a:lnTo>
                  <a:pt x="2453" y="560453"/>
                </a:lnTo>
                <a:lnTo>
                  <a:pt x="0" y="536115"/>
                </a:lnTo>
                <a:lnTo>
                  <a:pt x="2453" y="511777"/>
                </a:lnTo>
                <a:lnTo>
                  <a:pt x="91894" y="477630"/>
                </a:lnTo>
                <a:lnTo>
                  <a:pt x="13189" y="420668"/>
                </a:lnTo>
                <a:lnTo>
                  <a:pt x="27545" y="374423"/>
                </a:lnTo>
                <a:lnTo>
                  <a:pt x="122165" y="364653"/>
                </a:lnTo>
                <a:lnTo>
                  <a:pt x="62065" y="290710"/>
                </a:lnTo>
                <a:lnTo>
                  <a:pt x="85213" y="248062"/>
                </a:lnTo>
                <a:lnTo>
                  <a:pt x="180650" y="263356"/>
                </a:lnTo>
                <a:lnTo>
                  <a:pt x="141496" y="175845"/>
                </a:lnTo>
                <a:lnTo>
                  <a:pt x="157025" y="157025"/>
                </a:lnTo>
                <a:lnTo>
                  <a:pt x="175845" y="141496"/>
                </a:lnTo>
                <a:lnTo>
                  <a:pt x="263356" y="180650"/>
                </a:lnTo>
                <a:lnTo>
                  <a:pt x="248062" y="85213"/>
                </a:lnTo>
                <a:lnTo>
                  <a:pt x="290710" y="62065"/>
                </a:lnTo>
                <a:lnTo>
                  <a:pt x="364653" y="122165"/>
                </a:lnTo>
                <a:lnTo>
                  <a:pt x="374423" y="27545"/>
                </a:lnTo>
                <a:lnTo>
                  <a:pt x="420668" y="13189"/>
                </a:lnTo>
                <a:lnTo>
                  <a:pt x="477630" y="91894"/>
                </a:lnTo>
                <a:lnTo>
                  <a:pt x="511777" y="2453"/>
                </a:lnTo>
                <a:close/>
              </a:path>
            </a:pathLst>
          </a:custGeom>
          <a:solidFill>
            <a:srgbClr val="9516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5CA1"/>
              </a:solidFill>
            </a:endParaRPr>
          </a:p>
        </p:txBody>
      </p:sp>
      <p:sp>
        <p:nvSpPr>
          <p:cNvPr id="24" name="淘宝-想搞设计PPT(倒卖必究)-24"/>
          <p:cNvSpPr/>
          <p:nvPr/>
        </p:nvSpPr>
        <p:spPr>
          <a:xfrm rot="2700000">
            <a:off x="5795029" y="4197631"/>
            <a:ext cx="63274" cy="63274"/>
          </a:xfrm>
          <a:custGeom>
            <a:avLst/>
            <a:gdLst>
              <a:gd name="connsiteX0" fmla="*/ 704234 w 1072230"/>
              <a:gd name="connsiteY0" fmla="*/ 548838 h 1072230"/>
              <a:gd name="connsiteX1" fmla="*/ 693389 w 1072230"/>
              <a:gd name="connsiteY1" fmla="*/ 602554 h 1072230"/>
              <a:gd name="connsiteX2" fmla="*/ 602554 w 1072230"/>
              <a:gd name="connsiteY2" fmla="*/ 693389 h 1072230"/>
              <a:gd name="connsiteX3" fmla="*/ 568998 w 1072230"/>
              <a:gd name="connsiteY3" fmla="*/ 700164 h 1072230"/>
              <a:gd name="connsiteX4" fmla="*/ 568998 w 1072230"/>
              <a:gd name="connsiteY4" fmla="*/ 879092 h 1072230"/>
              <a:gd name="connsiteX5" fmla="*/ 598094 w 1072230"/>
              <a:gd name="connsiteY5" fmla="*/ 876524 h 1072230"/>
              <a:gd name="connsiteX6" fmla="*/ 879131 w 1072230"/>
              <a:gd name="connsiteY6" fmla="*/ 602427 h 1072230"/>
              <a:gd name="connsiteX7" fmla="*/ 884533 w 1072230"/>
              <a:gd name="connsiteY7" fmla="*/ 548838 h 1072230"/>
              <a:gd name="connsiteX8" fmla="*/ 187697 w 1072230"/>
              <a:gd name="connsiteY8" fmla="*/ 548838 h 1072230"/>
              <a:gd name="connsiteX9" fmla="*/ 193099 w 1072230"/>
              <a:gd name="connsiteY9" fmla="*/ 602427 h 1072230"/>
              <a:gd name="connsiteX10" fmla="*/ 474136 w 1072230"/>
              <a:gd name="connsiteY10" fmla="*/ 876524 h 1072230"/>
              <a:gd name="connsiteX11" fmla="*/ 509616 w 1072230"/>
              <a:gd name="connsiteY11" fmla="*/ 879655 h 1072230"/>
              <a:gd name="connsiteX12" fmla="*/ 509616 w 1072230"/>
              <a:gd name="connsiteY12" fmla="*/ 701453 h 1072230"/>
              <a:gd name="connsiteX13" fmla="*/ 469676 w 1072230"/>
              <a:gd name="connsiteY13" fmla="*/ 693389 h 1072230"/>
              <a:gd name="connsiteX14" fmla="*/ 378841 w 1072230"/>
              <a:gd name="connsiteY14" fmla="*/ 602554 h 1072230"/>
              <a:gd name="connsiteX15" fmla="*/ 367996 w 1072230"/>
              <a:gd name="connsiteY15" fmla="*/ 548838 h 1072230"/>
              <a:gd name="connsiteX16" fmla="*/ 536115 w 1072230"/>
              <a:gd name="connsiteY16" fmla="*/ 450771 h 1072230"/>
              <a:gd name="connsiteX17" fmla="*/ 450771 w 1072230"/>
              <a:gd name="connsiteY17" fmla="*/ 536115 h 1072230"/>
              <a:gd name="connsiteX18" fmla="*/ 536115 w 1072230"/>
              <a:gd name="connsiteY18" fmla="*/ 621459 h 1072230"/>
              <a:gd name="connsiteX19" fmla="*/ 621459 w 1072230"/>
              <a:gd name="connsiteY19" fmla="*/ 536115 h 1072230"/>
              <a:gd name="connsiteX20" fmla="*/ 536115 w 1072230"/>
              <a:gd name="connsiteY20" fmla="*/ 450771 h 1072230"/>
              <a:gd name="connsiteX21" fmla="*/ 568998 w 1072230"/>
              <a:gd name="connsiteY21" fmla="*/ 185050 h 1072230"/>
              <a:gd name="connsiteX22" fmla="*/ 568998 w 1072230"/>
              <a:gd name="connsiteY22" fmla="*/ 372066 h 1072230"/>
              <a:gd name="connsiteX23" fmla="*/ 602554 w 1072230"/>
              <a:gd name="connsiteY23" fmla="*/ 378841 h 1072230"/>
              <a:gd name="connsiteX24" fmla="*/ 693389 w 1072230"/>
              <a:gd name="connsiteY24" fmla="*/ 469676 h 1072230"/>
              <a:gd name="connsiteX25" fmla="*/ 697383 w 1072230"/>
              <a:gd name="connsiteY25" fmla="*/ 489456 h 1072230"/>
              <a:gd name="connsiteX26" fmla="*/ 882502 w 1072230"/>
              <a:gd name="connsiteY26" fmla="*/ 489456 h 1072230"/>
              <a:gd name="connsiteX27" fmla="*/ 880775 w 1072230"/>
              <a:gd name="connsiteY27" fmla="*/ 469885 h 1072230"/>
              <a:gd name="connsiteX28" fmla="*/ 606678 w 1072230"/>
              <a:gd name="connsiteY28" fmla="*/ 188848 h 1072230"/>
              <a:gd name="connsiteX29" fmla="*/ 509616 w 1072230"/>
              <a:gd name="connsiteY29" fmla="*/ 184073 h 1072230"/>
              <a:gd name="connsiteX30" fmla="*/ 474136 w 1072230"/>
              <a:gd name="connsiteY30" fmla="*/ 187204 h 1072230"/>
              <a:gd name="connsiteX31" fmla="*/ 193099 w 1072230"/>
              <a:gd name="connsiteY31" fmla="*/ 461301 h 1072230"/>
              <a:gd name="connsiteX32" fmla="*/ 190261 w 1072230"/>
              <a:gd name="connsiteY32" fmla="*/ 489456 h 1072230"/>
              <a:gd name="connsiteX33" fmla="*/ 374847 w 1072230"/>
              <a:gd name="connsiteY33" fmla="*/ 489456 h 1072230"/>
              <a:gd name="connsiteX34" fmla="*/ 378841 w 1072230"/>
              <a:gd name="connsiteY34" fmla="*/ 469676 h 1072230"/>
              <a:gd name="connsiteX35" fmla="*/ 469676 w 1072230"/>
              <a:gd name="connsiteY35" fmla="*/ 378841 h 1072230"/>
              <a:gd name="connsiteX36" fmla="*/ 509616 w 1072230"/>
              <a:gd name="connsiteY36" fmla="*/ 370777 h 1072230"/>
              <a:gd name="connsiteX37" fmla="*/ 536115 w 1072230"/>
              <a:gd name="connsiteY37" fmla="*/ 0 h 1072230"/>
              <a:gd name="connsiteX38" fmla="*/ 560453 w 1072230"/>
              <a:gd name="connsiteY38" fmla="*/ 2453 h 1072230"/>
              <a:gd name="connsiteX39" fmla="*/ 594600 w 1072230"/>
              <a:gd name="connsiteY39" fmla="*/ 91894 h 1072230"/>
              <a:gd name="connsiteX40" fmla="*/ 651562 w 1072230"/>
              <a:gd name="connsiteY40" fmla="*/ 13189 h 1072230"/>
              <a:gd name="connsiteX41" fmla="*/ 697807 w 1072230"/>
              <a:gd name="connsiteY41" fmla="*/ 27545 h 1072230"/>
              <a:gd name="connsiteX42" fmla="*/ 707577 w 1072230"/>
              <a:gd name="connsiteY42" fmla="*/ 122165 h 1072230"/>
              <a:gd name="connsiteX43" fmla="*/ 781521 w 1072230"/>
              <a:gd name="connsiteY43" fmla="*/ 62065 h 1072230"/>
              <a:gd name="connsiteX44" fmla="*/ 824168 w 1072230"/>
              <a:gd name="connsiteY44" fmla="*/ 85213 h 1072230"/>
              <a:gd name="connsiteX45" fmla="*/ 808874 w 1072230"/>
              <a:gd name="connsiteY45" fmla="*/ 180650 h 1072230"/>
              <a:gd name="connsiteX46" fmla="*/ 896385 w 1072230"/>
              <a:gd name="connsiteY46" fmla="*/ 141496 h 1072230"/>
              <a:gd name="connsiteX47" fmla="*/ 915206 w 1072230"/>
              <a:gd name="connsiteY47" fmla="*/ 157025 h 1072230"/>
              <a:gd name="connsiteX48" fmla="*/ 930734 w 1072230"/>
              <a:gd name="connsiteY48" fmla="*/ 175845 h 1072230"/>
              <a:gd name="connsiteX49" fmla="*/ 891580 w 1072230"/>
              <a:gd name="connsiteY49" fmla="*/ 263356 h 1072230"/>
              <a:gd name="connsiteX50" fmla="*/ 987017 w 1072230"/>
              <a:gd name="connsiteY50" fmla="*/ 248062 h 1072230"/>
              <a:gd name="connsiteX51" fmla="*/ 1010166 w 1072230"/>
              <a:gd name="connsiteY51" fmla="*/ 290710 h 1072230"/>
              <a:gd name="connsiteX52" fmla="*/ 950065 w 1072230"/>
              <a:gd name="connsiteY52" fmla="*/ 364653 h 1072230"/>
              <a:gd name="connsiteX53" fmla="*/ 1044685 w 1072230"/>
              <a:gd name="connsiteY53" fmla="*/ 374423 h 1072230"/>
              <a:gd name="connsiteX54" fmla="*/ 1059041 w 1072230"/>
              <a:gd name="connsiteY54" fmla="*/ 420668 h 1072230"/>
              <a:gd name="connsiteX55" fmla="*/ 980336 w 1072230"/>
              <a:gd name="connsiteY55" fmla="*/ 477630 h 1072230"/>
              <a:gd name="connsiteX56" fmla="*/ 1069777 w 1072230"/>
              <a:gd name="connsiteY56" fmla="*/ 511777 h 1072230"/>
              <a:gd name="connsiteX57" fmla="*/ 1072230 w 1072230"/>
              <a:gd name="connsiteY57" fmla="*/ 536115 h 1072230"/>
              <a:gd name="connsiteX58" fmla="*/ 1069777 w 1072230"/>
              <a:gd name="connsiteY58" fmla="*/ 560453 h 1072230"/>
              <a:gd name="connsiteX59" fmla="*/ 980336 w 1072230"/>
              <a:gd name="connsiteY59" fmla="*/ 594600 h 1072230"/>
              <a:gd name="connsiteX60" fmla="*/ 1059041 w 1072230"/>
              <a:gd name="connsiteY60" fmla="*/ 651562 h 1072230"/>
              <a:gd name="connsiteX61" fmla="*/ 1044685 w 1072230"/>
              <a:gd name="connsiteY61" fmla="*/ 697807 h 1072230"/>
              <a:gd name="connsiteX62" fmla="*/ 950065 w 1072230"/>
              <a:gd name="connsiteY62" fmla="*/ 707577 h 1072230"/>
              <a:gd name="connsiteX63" fmla="*/ 1010166 w 1072230"/>
              <a:gd name="connsiteY63" fmla="*/ 781521 h 1072230"/>
              <a:gd name="connsiteX64" fmla="*/ 987017 w 1072230"/>
              <a:gd name="connsiteY64" fmla="*/ 824168 h 1072230"/>
              <a:gd name="connsiteX65" fmla="*/ 891580 w 1072230"/>
              <a:gd name="connsiteY65" fmla="*/ 808874 h 1072230"/>
              <a:gd name="connsiteX66" fmla="*/ 930734 w 1072230"/>
              <a:gd name="connsiteY66" fmla="*/ 896385 h 1072230"/>
              <a:gd name="connsiteX67" fmla="*/ 915206 w 1072230"/>
              <a:gd name="connsiteY67" fmla="*/ 915206 h 1072230"/>
              <a:gd name="connsiteX68" fmla="*/ 896385 w 1072230"/>
              <a:gd name="connsiteY68" fmla="*/ 930734 h 1072230"/>
              <a:gd name="connsiteX69" fmla="*/ 808874 w 1072230"/>
              <a:gd name="connsiteY69" fmla="*/ 891580 h 1072230"/>
              <a:gd name="connsiteX70" fmla="*/ 824168 w 1072230"/>
              <a:gd name="connsiteY70" fmla="*/ 987017 h 1072230"/>
              <a:gd name="connsiteX71" fmla="*/ 781520 w 1072230"/>
              <a:gd name="connsiteY71" fmla="*/ 1010166 h 1072230"/>
              <a:gd name="connsiteX72" fmla="*/ 707577 w 1072230"/>
              <a:gd name="connsiteY72" fmla="*/ 950065 h 1072230"/>
              <a:gd name="connsiteX73" fmla="*/ 697807 w 1072230"/>
              <a:gd name="connsiteY73" fmla="*/ 1044685 h 1072230"/>
              <a:gd name="connsiteX74" fmla="*/ 651562 w 1072230"/>
              <a:gd name="connsiteY74" fmla="*/ 1059041 h 1072230"/>
              <a:gd name="connsiteX75" fmla="*/ 594600 w 1072230"/>
              <a:gd name="connsiteY75" fmla="*/ 980336 h 1072230"/>
              <a:gd name="connsiteX76" fmla="*/ 560453 w 1072230"/>
              <a:gd name="connsiteY76" fmla="*/ 1069777 h 1072230"/>
              <a:gd name="connsiteX77" fmla="*/ 536115 w 1072230"/>
              <a:gd name="connsiteY77" fmla="*/ 1072230 h 1072230"/>
              <a:gd name="connsiteX78" fmla="*/ 511777 w 1072230"/>
              <a:gd name="connsiteY78" fmla="*/ 1069777 h 1072230"/>
              <a:gd name="connsiteX79" fmla="*/ 477630 w 1072230"/>
              <a:gd name="connsiteY79" fmla="*/ 980336 h 1072230"/>
              <a:gd name="connsiteX80" fmla="*/ 420668 w 1072230"/>
              <a:gd name="connsiteY80" fmla="*/ 1059041 h 1072230"/>
              <a:gd name="connsiteX81" fmla="*/ 374423 w 1072230"/>
              <a:gd name="connsiteY81" fmla="*/ 1044685 h 1072230"/>
              <a:gd name="connsiteX82" fmla="*/ 364653 w 1072230"/>
              <a:gd name="connsiteY82" fmla="*/ 950065 h 1072230"/>
              <a:gd name="connsiteX83" fmla="*/ 290710 w 1072230"/>
              <a:gd name="connsiteY83" fmla="*/ 1010166 h 1072230"/>
              <a:gd name="connsiteX84" fmla="*/ 248062 w 1072230"/>
              <a:gd name="connsiteY84" fmla="*/ 987017 h 1072230"/>
              <a:gd name="connsiteX85" fmla="*/ 263356 w 1072230"/>
              <a:gd name="connsiteY85" fmla="*/ 891580 h 1072230"/>
              <a:gd name="connsiteX86" fmla="*/ 175845 w 1072230"/>
              <a:gd name="connsiteY86" fmla="*/ 930734 h 1072230"/>
              <a:gd name="connsiteX87" fmla="*/ 157025 w 1072230"/>
              <a:gd name="connsiteY87" fmla="*/ 915206 h 1072230"/>
              <a:gd name="connsiteX88" fmla="*/ 141496 w 1072230"/>
              <a:gd name="connsiteY88" fmla="*/ 896385 h 1072230"/>
              <a:gd name="connsiteX89" fmla="*/ 180650 w 1072230"/>
              <a:gd name="connsiteY89" fmla="*/ 808874 h 1072230"/>
              <a:gd name="connsiteX90" fmla="*/ 85213 w 1072230"/>
              <a:gd name="connsiteY90" fmla="*/ 824168 h 1072230"/>
              <a:gd name="connsiteX91" fmla="*/ 62065 w 1072230"/>
              <a:gd name="connsiteY91" fmla="*/ 781521 h 1072230"/>
              <a:gd name="connsiteX92" fmla="*/ 122165 w 1072230"/>
              <a:gd name="connsiteY92" fmla="*/ 707577 h 1072230"/>
              <a:gd name="connsiteX93" fmla="*/ 27545 w 1072230"/>
              <a:gd name="connsiteY93" fmla="*/ 697807 h 1072230"/>
              <a:gd name="connsiteX94" fmla="*/ 13189 w 1072230"/>
              <a:gd name="connsiteY94" fmla="*/ 651562 h 1072230"/>
              <a:gd name="connsiteX95" fmla="*/ 91894 w 1072230"/>
              <a:gd name="connsiteY95" fmla="*/ 594600 h 1072230"/>
              <a:gd name="connsiteX96" fmla="*/ 2453 w 1072230"/>
              <a:gd name="connsiteY96" fmla="*/ 560453 h 1072230"/>
              <a:gd name="connsiteX97" fmla="*/ 0 w 1072230"/>
              <a:gd name="connsiteY97" fmla="*/ 536115 h 1072230"/>
              <a:gd name="connsiteX98" fmla="*/ 2453 w 1072230"/>
              <a:gd name="connsiteY98" fmla="*/ 511777 h 1072230"/>
              <a:gd name="connsiteX99" fmla="*/ 91894 w 1072230"/>
              <a:gd name="connsiteY99" fmla="*/ 477630 h 1072230"/>
              <a:gd name="connsiteX100" fmla="*/ 13189 w 1072230"/>
              <a:gd name="connsiteY100" fmla="*/ 420668 h 1072230"/>
              <a:gd name="connsiteX101" fmla="*/ 27545 w 1072230"/>
              <a:gd name="connsiteY101" fmla="*/ 374423 h 1072230"/>
              <a:gd name="connsiteX102" fmla="*/ 122165 w 1072230"/>
              <a:gd name="connsiteY102" fmla="*/ 364653 h 1072230"/>
              <a:gd name="connsiteX103" fmla="*/ 62065 w 1072230"/>
              <a:gd name="connsiteY103" fmla="*/ 290710 h 1072230"/>
              <a:gd name="connsiteX104" fmla="*/ 85213 w 1072230"/>
              <a:gd name="connsiteY104" fmla="*/ 248062 h 1072230"/>
              <a:gd name="connsiteX105" fmla="*/ 180650 w 1072230"/>
              <a:gd name="connsiteY105" fmla="*/ 263356 h 1072230"/>
              <a:gd name="connsiteX106" fmla="*/ 141496 w 1072230"/>
              <a:gd name="connsiteY106" fmla="*/ 175845 h 1072230"/>
              <a:gd name="connsiteX107" fmla="*/ 157025 w 1072230"/>
              <a:gd name="connsiteY107" fmla="*/ 157025 h 1072230"/>
              <a:gd name="connsiteX108" fmla="*/ 175845 w 1072230"/>
              <a:gd name="connsiteY108" fmla="*/ 141496 h 1072230"/>
              <a:gd name="connsiteX109" fmla="*/ 263356 w 1072230"/>
              <a:gd name="connsiteY109" fmla="*/ 180650 h 1072230"/>
              <a:gd name="connsiteX110" fmla="*/ 248062 w 1072230"/>
              <a:gd name="connsiteY110" fmla="*/ 85213 h 1072230"/>
              <a:gd name="connsiteX111" fmla="*/ 290710 w 1072230"/>
              <a:gd name="connsiteY111" fmla="*/ 62065 h 1072230"/>
              <a:gd name="connsiteX112" fmla="*/ 364653 w 1072230"/>
              <a:gd name="connsiteY112" fmla="*/ 122165 h 1072230"/>
              <a:gd name="connsiteX113" fmla="*/ 374423 w 1072230"/>
              <a:gd name="connsiteY113" fmla="*/ 27545 h 1072230"/>
              <a:gd name="connsiteX114" fmla="*/ 420668 w 1072230"/>
              <a:gd name="connsiteY114" fmla="*/ 13189 h 1072230"/>
              <a:gd name="connsiteX115" fmla="*/ 477630 w 1072230"/>
              <a:gd name="connsiteY115" fmla="*/ 91894 h 1072230"/>
              <a:gd name="connsiteX116" fmla="*/ 511777 w 1072230"/>
              <a:gd name="connsiteY116" fmla="*/ 2453 h 10722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</a:cxnLst>
            <a:rect l="l" t="t" r="r" b="b"/>
            <a:pathLst>
              <a:path w="1072230" h="1072230">
                <a:moveTo>
                  <a:pt x="704234" y="548838"/>
                </a:moveTo>
                <a:lnTo>
                  <a:pt x="693389" y="602554"/>
                </a:lnTo>
                <a:cubicBezTo>
                  <a:pt x="676115" y="643396"/>
                  <a:pt x="643396" y="676115"/>
                  <a:pt x="602554" y="693389"/>
                </a:cubicBezTo>
                <a:lnTo>
                  <a:pt x="568998" y="700164"/>
                </a:lnTo>
                <a:lnTo>
                  <a:pt x="568998" y="879092"/>
                </a:lnTo>
                <a:lnTo>
                  <a:pt x="598094" y="876524"/>
                </a:lnTo>
                <a:cubicBezTo>
                  <a:pt x="738911" y="851371"/>
                  <a:pt x="850563" y="742032"/>
                  <a:pt x="879131" y="602427"/>
                </a:cubicBezTo>
                <a:lnTo>
                  <a:pt x="884533" y="548838"/>
                </a:lnTo>
                <a:close/>
                <a:moveTo>
                  <a:pt x="187697" y="548838"/>
                </a:moveTo>
                <a:lnTo>
                  <a:pt x="193099" y="602427"/>
                </a:lnTo>
                <a:cubicBezTo>
                  <a:pt x="221667" y="742032"/>
                  <a:pt x="333319" y="851371"/>
                  <a:pt x="474136" y="876524"/>
                </a:cubicBezTo>
                <a:lnTo>
                  <a:pt x="509616" y="879655"/>
                </a:lnTo>
                <a:lnTo>
                  <a:pt x="509616" y="701453"/>
                </a:lnTo>
                <a:lnTo>
                  <a:pt x="469676" y="693389"/>
                </a:lnTo>
                <a:cubicBezTo>
                  <a:pt x="428834" y="676115"/>
                  <a:pt x="396115" y="643396"/>
                  <a:pt x="378841" y="602554"/>
                </a:cubicBezTo>
                <a:lnTo>
                  <a:pt x="367996" y="548838"/>
                </a:lnTo>
                <a:close/>
                <a:moveTo>
                  <a:pt x="536115" y="450771"/>
                </a:moveTo>
                <a:cubicBezTo>
                  <a:pt x="488981" y="450771"/>
                  <a:pt x="450771" y="488981"/>
                  <a:pt x="450771" y="536115"/>
                </a:cubicBezTo>
                <a:cubicBezTo>
                  <a:pt x="450771" y="583249"/>
                  <a:pt x="488981" y="621459"/>
                  <a:pt x="536115" y="621459"/>
                </a:cubicBezTo>
                <a:cubicBezTo>
                  <a:pt x="583249" y="621459"/>
                  <a:pt x="621459" y="583249"/>
                  <a:pt x="621459" y="536115"/>
                </a:cubicBezTo>
                <a:cubicBezTo>
                  <a:pt x="621459" y="488981"/>
                  <a:pt x="583249" y="450771"/>
                  <a:pt x="536115" y="450771"/>
                </a:cubicBezTo>
                <a:close/>
                <a:moveTo>
                  <a:pt x="568998" y="185050"/>
                </a:moveTo>
                <a:lnTo>
                  <a:pt x="568998" y="372066"/>
                </a:lnTo>
                <a:lnTo>
                  <a:pt x="602554" y="378841"/>
                </a:lnTo>
                <a:cubicBezTo>
                  <a:pt x="643396" y="396115"/>
                  <a:pt x="676115" y="428834"/>
                  <a:pt x="693389" y="469676"/>
                </a:cubicBezTo>
                <a:lnTo>
                  <a:pt x="697383" y="489456"/>
                </a:lnTo>
                <a:lnTo>
                  <a:pt x="882502" y="489456"/>
                </a:lnTo>
                <a:lnTo>
                  <a:pt x="880775" y="469885"/>
                </a:lnTo>
                <a:cubicBezTo>
                  <a:pt x="855622" y="329068"/>
                  <a:pt x="746282" y="217416"/>
                  <a:pt x="606678" y="188848"/>
                </a:cubicBezTo>
                <a:close/>
                <a:moveTo>
                  <a:pt x="509616" y="184073"/>
                </a:moveTo>
                <a:lnTo>
                  <a:pt x="474136" y="187204"/>
                </a:lnTo>
                <a:cubicBezTo>
                  <a:pt x="333319" y="212357"/>
                  <a:pt x="221667" y="321696"/>
                  <a:pt x="193099" y="461301"/>
                </a:cubicBezTo>
                <a:lnTo>
                  <a:pt x="190261" y="489456"/>
                </a:lnTo>
                <a:lnTo>
                  <a:pt x="374847" y="489456"/>
                </a:lnTo>
                <a:lnTo>
                  <a:pt x="378841" y="469676"/>
                </a:lnTo>
                <a:cubicBezTo>
                  <a:pt x="396115" y="428834"/>
                  <a:pt x="428834" y="396115"/>
                  <a:pt x="469676" y="378841"/>
                </a:cubicBezTo>
                <a:lnTo>
                  <a:pt x="509616" y="370777"/>
                </a:lnTo>
                <a:close/>
                <a:moveTo>
                  <a:pt x="536115" y="0"/>
                </a:moveTo>
                <a:lnTo>
                  <a:pt x="560453" y="2453"/>
                </a:lnTo>
                <a:lnTo>
                  <a:pt x="594600" y="91894"/>
                </a:lnTo>
                <a:lnTo>
                  <a:pt x="651562" y="13189"/>
                </a:lnTo>
                <a:lnTo>
                  <a:pt x="697807" y="27545"/>
                </a:lnTo>
                <a:lnTo>
                  <a:pt x="707577" y="122165"/>
                </a:lnTo>
                <a:lnTo>
                  <a:pt x="781521" y="62065"/>
                </a:lnTo>
                <a:lnTo>
                  <a:pt x="824168" y="85213"/>
                </a:lnTo>
                <a:lnTo>
                  <a:pt x="808874" y="180650"/>
                </a:lnTo>
                <a:lnTo>
                  <a:pt x="896385" y="141496"/>
                </a:lnTo>
                <a:lnTo>
                  <a:pt x="915206" y="157025"/>
                </a:lnTo>
                <a:lnTo>
                  <a:pt x="930734" y="175845"/>
                </a:lnTo>
                <a:lnTo>
                  <a:pt x="891580" y="263356"/>
                </a:lnTo>
                <a:lnTo>
                  <a:pt x="987017" y="248062"/>
                </a:lnTo>
                <a:lnTo>
                  <a:pt x="1010166" y="290710"/>
                </a:lnTo>
                <a:lnTo>
                  <a:pt x="950065" y="364653"/>
                </a:lnTo>
                <a:lnTo>
                  <a:pt x="1044685" y="374423"/>
                </a:lnTo>
                <a:lnTo>
                  <a:pt x="1059041" y="420668"/>
                </a:lnTo>
                <a:lnTo>
                  <a:pt x="980336" y="477630"/>
                </a:lnTo>
                <a:lnTo>
                  <a:pt x="1069777" y="511777"/>
                </a:lnTo>
                <a:lnTo>
                  <a:pt x="1072230" y="536115"/>
                </a:lnTo>
                <a:lnTo>
                  <a:pt x="1069777" y="560453"/>
                </a:lnTo>
                <a:lnTo>
                  <a:pt x="980336" y="594600"/>
                </a:lnTo>
                <a:lnTo>
                  <a:pt x="1059041" y="651562"/>
                </a:lnTo>
                <a:lnTo>
                  <a:pt x="1044685" y="697807"/>
                </a:lnTo>
                <a:lnTo>
                  <a:pt x="950065" y="707577"/>
                </a:lnTo>
                <a:lnTo>
                  <a:pt x="1010166" y="781521"/>
                </a:lnTo>
                <a:lnTo>
                  <a:pt x="987017" y="824168"/>
                </a:lnTo>
                <a:lnTo>
                  <a:pt x="891580" y="808874"/>
                </a:lnTo>
                <a:lnTo>
                  <a:pt x="930734" y="896385"/>
                </a:lnTo>
                <a:lnTo>
                  <a:pt x="915206" y="915206"/>
                </a:lnTo>
                <a:lnTo>
                  <a:pt x="896385" y="930734"/>
                </a:lnTo>
                <a:lnTo>
                  <a:pt x="808874" y="891580"/>
                </a:lnTo>
                <a:lnTo>
                  <a:pt x="824168" y="987017"/>
                </a:lnTo>
                <a:lnTo>
                  <a:pt x="781520" y="1010166"/>
                </a:lnTo>
                <a:lnTo>
                  <a:pt x="707577" y="950065"/>
                </a:lnTo>
                <a:lnTo>
                  <a:pt x="697807" y="1044685"/>
                </a:lnTo>
                <a:lnTo>
                  <a:pt x="651562" y="1059041"/>
                </a:lnTo>
                <a:lnTo>
                  <a:pt x="594600" y="980336"/>
                </a:lnTo>
                <a:lnTo>
                  <a:pt x="560453" y="1069777"/>
                </a:lnTo>
                <a:lnTo>
                  <a:pt x="536115" y="1072230"/>
                </a:lnTo>
                <a:lnTo>
                  <a:pt x="511777" y="1069777"/>
                </a:lnTo>
                <a:lnTo>
                  <a:pt x="477630" y="980336"/>
                </a:lnTo>
                <a:lnTo>
                  <a:pt x="420668" y="1059041"/>
                </a:lnTo>
                <a:lnTo>
                  <a:pt x="374423" y="1044685"/>
                </a:lnTo>
                <a:lnTo>
                  <a:pt x="364653" y="950065"/>
                </a:lnTo>
                <a:lnTo>
                  <a:pt x="290710" y="1010166"/>
                </a:lnTo>
                <a:lnTo>
                  <a:pt x="248062" y="987017"/>
                </a:lnTo>
                <a:lnTo>
                  <a:pt x="263356" y="891580"/>
                </a:lnTo>
                <a:lnTo>
                  <a:pt x="175845" y="930734"/>
                </a:lnTo>
                <a:lnTo>
                  <a:pt x="157025" y="915206"/>
                </a:lnTo>
                <a:lnTo>
                  <a:pt x="141496" y="896385"/>
                </a:lnTo>
                <a:lnTo>
                  <a:pt x="180650" y="808874"/>
                </a:lnTo>
                <a:lnTo>
                  <a:pt x="85213" y="824168"/>
                </a:lnTo>
                <a:lnTo>
                  <a:pt x="62065" y="781521"/>
                </a:lnTo>
                <a:lnTo>
                  <a:pt x="122165" y="707577"/>
                </a:lnTo>
                <a:lnTo>
                  <a:pt x="27545" y="697807"/>
                </a:lnTo>
                <a:lnTo>
                  <a:pt x="13189" y="651562"/>
                </a:lnTo>
                <a:lnTo>
                  <a:pt x="91894" y="594600"/>
                </a:lnTo>
                <a:lnTo>
                  <a:pt x="2453" y="560453"/>
                </a:lnTo>
                <a:lnTo>
                  <a:pt x="0" y="536115"/>
                </a:lnTo>
                <a:lnTo>
                  <a:pt x="2453" y="511777"/>
                </a:lnTo>
                <a:lnTo>
                  <a:pt x="91894" y="477630"/>
                </a:lnTo>
                <a:lnTo>
                  <a:pt x="13189" y="420668"/>
                </a:lnTo>
                <a:lnTo>
                  <a:pt x="27545" y="374423"/>
                </a:lnTo>
                <a:lnTo>
                  <a:pt x="122165" y="364653"/>
                </a:lnTo>
                <a:lnTo>
                  <a:pt x="62065" y="290710"/>
                </a:lnTo>
                <a:lnTo>
                  <a:pt x="85213" y="248062"/>
                </a:lnTo>
                <a:lnTo>
                  <a:pt x="180650" y="263356"/>
                </a:lnTo>
                <a:lnTo>
                  <a:pt x="141496" y="175845"/>
                </a:lnTo>
                <a:lnTo>
                  <a:pt x="157025" y="157025"/>
                </a:lnTo>
                <a:lnTo>
                  <a:pt x="175845" y="141496"/>
                </a:lnTo>
                <a:lnTo>
                  <a:pt x="263356" y="180650"/>
                </a:lnTo>
                <a:lnTo>
                  <a:pt x="248062" y="85213"/>
                </a:lnTo>
                <a:lnTo>
                  <a:pt x="290710" y="62065"/>
                </a:lnTo>
                <a:lnTo>
                  <a:pt x="364653" y="122165"/>
                </a:lnTo>
                <a:lnTo>
                  <a:pt x="374423" y="27545"/>
                </a:lnTo>
                <a:lnTo>
                  <a:pt x="420668" y="13189"/>
                </a:lnTo>
                <a:lnTo>
                  <a:pt x="477630" y="91894"/>
                </a:lnTo>
                <a:lnTo>
                  <a:pt x="511777" y="2453"/>
                </a:lnTo>
                <a:close/>
              </a:path>
            </a:pathLst>
          </a:custGeom>
          <a:solidFill>
            <a:srgbClr val="9516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5CA1"/>
              </a:solidFill>
            </a:endParaRPr>
          </a:p>
        </p:txBody>
      </p:sp>
      <p:sp>
        <p:nvSpPr>
          <p:cNvPr id="26" name="淘宝-想搞设计PPT(倒卖必究)-26"/>
          <p:cNvSpPr>
            <a:spLocks noEditPoints="1"/>
          </p:cNvSpPr>
          <p:nvPr/>
        </p:nvSpPr>
        <p:spPr bwMode="auto">
          <a:xfrm>
            <a:off x="2379790" y="4108330"/>
            <a:ext cx="107329" cy="107329"/>
          </a:xfrm>
          <a:custGeom>
            <a:avLst/>
            <a:gdLst>
              <a:gd name="T0" fmla="*/ 24 w 48"/>
              <a:gd name="T1" fmla="*/ 0 h 48"/>
              <a:gd name="T2" fmla="*/ 0 w 48"/>
              <a:gd name="T3" fmla="*/ 24 h 48"/>
              <a:gd name="T4" fmla="*/ 24 w 48"/>
              <a:gd name="T5" fmla="*/ 48 h 48"/>
              <a:gd name="T6" fmla="*/ 48 w 48"/>
              <a:gd name="T7" fmla="*/ 24 h 48"/>
              <a:gd name="T8" fmla="*/ 24 w 48"/>
              <a:gd name="T9" fmla="*/ 0 h 48"/>
              <a:gd name="T10" fmla="*/ 21 w 48"/>
              <a:gd name="T11" fmla="*/ 16 h 48"/>
              <a:gd name="T12" fmla="*/ 16 w 48"/>
              <a:gd name="T13" fmla="*/ 21 h 48"/>
              <a:gd name="T14" fmla="*/ 12 w 48"/>
              <a:gd name="T15" fmla="*/ 24 h 48"/>
              <a:gd name="T16" fmla="*/ 11 w 48"/>
              <a:gd name="T17" fmla="*/ 24 h 48"/>
              <a:gd name="T18" fmla="*/ 8 w 48"/>
              <a:gd name="T19" fmla="*/ 19 h 48"/>
              <a:gd name="T20" fmla="*/ 19 w 48"/>
              <a:gd name="T21" fmla="*/ 8 h 48"/>
              <a:gd name="T22" fmla="*/ 24 w 48"/>
              <a:gd name="T23" fmla="*/ 11 h 48"/>
              <a:gd name="T24" fmla="*/ 21 w 48"/>
              <a:gd name="T25" fmla="*/ 16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8" h="48">
                <a:moveTo>
                  <a:pt x="24" y="0"/>
                </a:moveTo>
                <a:cubicBezTo>
                  <a:pt x="11" y="0"/>
                  <a:pt x="0" y="11"/>
                  <a:pt x="0" y="24"/>
                </a:cubicBezTo>
                <a:cubicBezTo>
                  <a:pt x="0" y="37"/>
                  <a:pt x="11" y="48"/>
                  <a:pt x="24" y="48"/>
                </a:cubicBezTo>
                <a:cubicBezTo>
                  <a:pt x="37" y="48"/>
                  <a:pt x="48" y="37"/>
                  <a:pt x="48" y="24"/>
                </a:cubicBezTo>
                <a:cubicBezTo>
                  <a:pt x="48" y="11"/>
                  <a:pt x="37" y="0"/>
                  <a:pt x="24" y="0"/>
                </a:cubicBezTo>
                <a:close/>
                <a:moveTo>
                  <a:pt x="21" y="16"/>
                </a:moveTo>
                <a:cubicBezTo>
                  <a:pt x="19" y="17"/>
                  <a:pt x="17" y="19"/>
                  <a:pt x="16" y="21"/>
                </a:cubicBezTo>
                <a:cubicBezTo>
                  <a:pt x="15" y="23"/>
                  <a:pt x="14" y="24"/>
                  <a:pt x="12" y="24"/>
                </a:cubicBezTo>
                <a:cubicBezTo>
                  <a:pt x="12" y="24"/>
                  <a:pt x="11" y="24"/>
                  <a:pt x="11" y="24"/>
                </a:cubicBezTo>
                <a:cubicBezTo>
                  <a:pt x="9" y="23"/>
                  <a:pt x="8" y="21"/>
                  <a:pt x="8" y="19"/>
                </a:cubicBezTo>
                <a:cubicBezTo>
                  <a:pt x="10" y="14"/>
                  <a:pt x="14" y="10"/>
                  <a:pt x="19" y="8"/>
                </a:cubicBezTo>
                <a:cubicBezTo>
                  <a:pt x="21" y="7"/>
                  <a:pt x="23" y="8"/>
                  <a:pt x="24" y="11"/>
                </a:cubicBezTo>
                <a:cubicBezTo>
                  <a:pt x="25" y="13"/>
                  <a:pt x="24" y="15"/>
                  <a:pt x="21" y="16"/>
                </a:cubicBezTo>
                <a:close/>
              </a:path>
            </a:pathLst>
          </a:custGeom>
          <a:solidFill>
            <a:srgbClr val="95161C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rgbClr val="005CA1"/>
              </a:solidFill>
            </a:endParaRPr>
          </a:p>
        </p:txBody>
      </p:sp>
      <p:sp>
        <p:nvSpPr>
          <p:cNvPr id="27" name="淘宝-想搞设计PPT(倒卖必究)-27"/>
          <p:cNvSpPr>
            <a:spLocks noEditPoints="1"/>
          </p:cNvSpPr>
          <p:nvPr/>
        </p:nvSpPr>
        <p:spPr bwMode="auto">
          <a:xfrm>
            <a:off x="2218166" y="3947969"/>
            <a:ext cx="430576" cy="429313"/>
          </a:xfrm>
          <a:custGeom>
            <a:avLst/>
            <a:gdLst>
              <a:gd name="T0" fmla="*/ 179 w 192"/>
              <a:gd name="T1" fmla="*/ 47 h 192"/>
              <a:gd name="T2" fmla="*/ 185 w 192"/>
              <a:gd name="T3" fmla="*/ 41 h 192"/>
              <a:gd name="T4" fmla="*/ 192 w 192"/>
              <a:gd name="T5" fmla="*/ 24 h 192"/>
              <a:gd name="T6" fmla="*/ 185 w 192"/>
              <a:gd name="T7" fmla="*/ 7 h 192"/>
              <a:gd name="T8" fmla="*/ 168 w 192"/>
              <a:gd name="T9" fmla="*/ 0 h 192"/>
              <a:gd name="T10" fmla="*/ 151 w 192"/>
              <a:gd name="T11" fmla="*/ 7 h 192"/>
              <a:gd name="T12" fmla="*/ 145 w 192"/>
              <a:gd name="T13" fmla="*/ 13 h 192"/>
              <a:gd name="T14" fmla="*/ 96 w 192"/>
              <a:gd name="T15" fmla="*/ 0 h 192"/>
              <a:gd name="T16" fmla="*/ 47 w 192"/>
              <a:gd name="T17" fmla="*/ 13 h 192"/>
              <a:gd name="T18" fmla="*/ 41 w 192"/>
              <a:gd name="T19" fmla="*/ 7 h 192"/>
              <a:gd name="T20" fmla="*/ 24 w 192"/>
              <a:gd name="T21" fmla="*/ 0 h 192"/>
              <a:gd name="T22" fmla="*/ 7 w 192"/>
              <a:gd name="T23" fmla="*/ 7 h 192"/>
              <a:gd name="T24" fmla="*/ 0 w 192"/>
              <a:gd name="T25" fmla="*/ 24 h 192"/>
              <a:gd name="T26" fmla="*/ 7 w 192"/>
              <a:gd name="T27" fmla="*/ 41 h 192"/>
              <a:gd name="T28" fmla="*/ 14 w 192"/>
              <a:gd name="T29" fmla="*/ 47 h 192"/>
              <a:gd name="T30" fmla="*/ 0 w 192"/>
              <a:gd name="T31" fmla="*/ 96 h 192"/>
              <a:gd name="T32" fmla="*/ 13 w 192"/>
              <a:gd name="T33" fmla="*/ 145 h 192"/>
              <a:gd name="T34" fmla="*/ 7 w 192"/>
              <a:gd name="T35" fmla="*/ 151 h 192"/>
              <a:gd name="T36" fmla="*/ 0 w 192"/>
              <a:gd name="T37" fmla="*/ 168 h 192"/>
              <a:gd name="T38" fmla="*/ 7 w 192"/>
              <a:gd name="T39" fmla="*/ 185 h 192"/>
              <a:gd name="T40" fmla="*/ 24 w 192"/>
              <a:gd name="T41" fmla="*/ 192 h 192"/>
              <a:gd name="T42" fmla="*/ 41 w 192"/>
              <a:gd name="T43" fmla="*/ 185 h 192"/>
              <a:gd name="T44" fmla="*/ 47 w 192"/>
              <a:gd name="T45" fmla="*/ 179 h 192"/>
              <a:gd name="T46" fmla="*/ 96 w 192"/>
              <a:gd name="T47" fmla="*/ 192 h 192"/>
              <a:gd name="T48" fmla="*/ 145 w 192"/>
              <a:gd name="T49" fmla="*/ 179 h 192"/>
              <a:gd name="T50" fmla="*/ 151 w 192"/>
              <a:gd name="T51" fmla="*/ 185 h 192"/>
              <a:gd name="T52" fmla="*/ 168 w 192"/>
              <a:gd name="T53" fmla="*/ 192 h 192"/>
              <a:gd name="T54" fmla="*/ 185 w 192"/>
              <a:gd name="T55" fmla="*/ 185 h 192"/>
              <a:gd name="T56" fmla="*/ 192 w 192"/>
              <a:gd name="T57" fmla="*/ 168 h 192"/>
              <a:gd name="T58" fmla="*/ 185 w 192"/>
              <a:gd name="T59" fmla="*/ 151 h 192"/>
              <a:gd name="T60" fmla="*/ 179 w 192"/>
              <a:gd name="T61" fmla="*/ 145 h 192"/>
              <a:gd name="T62" fmla="*/ 192 w 192"/>
              <a:gd name="T63" fmla="*/ 96 h 192"/>
              <a:gd name="T64" fmla="*/ 179 w 192"/>
              <a:gd name="T65" fmla="*/ 47 h 192"/>
              <a:gd name="T66" fmla="*/ 96 w 192"/>
              <a:gd name="T67" fmla="*/ 176 h 192"/>
              <a:gd name="T68" fmla="*/ 16 w 192"/>
              <a:gd name="T69" fmla="*/ 96 h 192"/>
              <a:gd name="T70" fmla="*/ 96 w 192"/>
              <a:gd name="T71" fmla="*/ 16 h 192"/>
              <a:gd name="T72" fmla="*/ 176 w 192"/>
              <a:gd name="T73" fmla="*/ 96 h 192"/>
              <a:gd name="T74" fmla="*/ 96 w 192"/>
              <a:gd name="T75" fmla="*/ 176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192" h="192">
                <a:moveTo>
                  <a:pt x="179" y="47"/>
                </a:moveTo>
                <a:cubicBezTo>
                  <a:pt x="185" y="41"/>
                  <a:pt x="185" y="41"/>
                  <a:pt x="185" y="41"/>
                </a:cubicBezTo>
                <a:cubicBezTo>
                  <a:pt x="190" y="36"/>
                  <a:pt x="192" y="30"/>
                  <a:pt x="192" y="24"/>
                </a:cubicBezTo>
                <a:cubicBezTo>
                  <a:pt x="192" y="17"/>
                  <a:pt x="190" y="11"/>
                  <a:pt x="185" y="7"/>
                </a:cubicBezTo>
                <a:cubicBezTo>
                  <a:pt x="181" y="2"/>
                  <a:pt x="175" y="0"/>
                  <a:pt x="168" y="0"/>
                </a:cubicBezTo>
                <a:cubicBezTo>
                  <a:pt x="162" y="0"/>
                  <a:pt x="156" y="2"/>
                  <a:pt x="151" y="7"/>
                </a:cubicBezTo>
                <a:cubicBezTo>
                  <a:pt x="145" y="13"/>
                  <a:pt x="145" y="13"/>
                  <a:pt x="145" y="13"/>
                </a:cubicBezTo>
                <a:cubicBezTo>
                  <a:pt x="130" y="5"/>
                  <a:pt x="113" y="0"/>
                  <a:pt x="96" y="0"/>
                </a:cubicBezTo>
                <a:cubicBezTo>
                  <a:pt x="79" y="0"/>
                  <a:pt x="62" y="5"/>
                  <a:pt x="47" y="13"/>
                </a:cubicBezTo>
                <a:cubicBezTo>
                  <a:pt x="41" y="7"/>
                  <a:pt x="41" y="7"/>
                  <a:pt x="41" y="7"/>
                </a:cubicBezTo>
                <a:cubicBezTo>
                  <a:pt x="37" y="2"/>
                  <a:pt x="31" y="0"/>
                  <a:pt x="24" y="0"/>
                </a:cubicBezTo>
                <a:cubicBezTo>
                  <a:pt x="18" y="0"/>
                  <a:pt x="12" y="2"/>
                  <a:pt x="7" y="7"/>
                </a:cubicBezTo>
                <a:cubicBezTo>
                  <a:pt x="3" y="11"/>
                  <a:pt x="0" y="17"/>
                  <a:pt x="0" y="24"/>
                </a:cubicBezTo>
                <a:cubicBezTo>
                  <a:pt x="0" y="30"/>
                  <a:pt x="3" y="36"/>
                  <a:pt x="7" y="41"/>
                </a:cubicBezTo>
                <a:cubicBezTo>
                  <a:pt x="14" y="47"/>
                  <a:pt x="14" y="47"/>
                  <a:pt x="14" y="47"/>
                </a:cubicBezTo>
                <a:cubicBezTo>
                  <a:pt x="5" y="62"/>
                  <a:pt x="0" y="79"/>
                  <a:pt x="0" y="96"/>
                </a:cubicBezTo>
                <a:cubicBezTo>
                  <a:pt x="0" y="113"/>
                  <a:pt x="5" y="130"/>
                  <a:pt x="13" y="145"/>
                </a:cubicBezTo>
                <a:cubicBezTo>
                  <a:pt x="7" y="151"/>
                  <a:pt x="7" y="151"/>
                  <a:pt x="7" y="151"/>
                </a:cubicBezTo>
                <a:cubicBezTo>
                  <a:pt x="3" y="155"/>
                  <a:pt x="0" y="161"/>
                  <a:pt x="0" y="168"/>
                </a:cubicBezTo>
                <a:cubicBezTo>
                  <a:pt x="0" y="174"/>
                  <a:pt x="3" y="180"/>
                  <a:pt x="7" y="185"/>
                </a:cubicBezTo>
                <a:cubicBezTo>
                  <a:pt x="12" y="189"/>
                  <a:pt x="18" y="192"/>
                  <a:pt x="24" y="192"/>
                </a:cubicBezTo>
                <a:cubicBezTo>
                  <a:pt x="31" y="192"/>
                  <a:pt x="37" y="189"/>
                  <a:pt x="41" y="185"/>
                </a:cubicBezTo>
                <a:cubicBezTo>
                  <a:pt x="47" y="179"/>
                  <a:pt x="47" y="179"/>
                  <a:pt x="47" y="179"/>
                </a:cubicBezTo>
                <a:cubicBezTo>
                  <a:pt x="62" y="187"/>
                  <a:pt x="79" y="192"/>
                  <a:pt x="96" y="192"/>
                </a:cubicBezTo>
                <a:cubicBezTo>
                  <a:pt x="113" y="192"/>
                  <a:pt x="130" y="187"/>
                  <a:pt x="145" y="179"/>
                </a:cubicBezTo>
                <a:cubicBezTo>
                  <a:pt x="151" y="185"/>
                  <a:pt x="151" y="185"/>
                  <a:pt x="151" y="185"/>
                </a:cubicBezTo>
                <a:cubicBezTo>
                  <a:pt x="156" y="189"/>
                  <a:pt x="162" y="192"/>
                  <a:pt x="168" y="192"/>
                </a:cubicBezTo>
                <a:cubicBezTo>
                  <a:pt x="175" y="192"/>
                  <a:pt x="181" y="189"/>
                  <a:pt x="185" y="185"/>
                </a:cubicBezTo>
                <a:cubicBezTo>
                  <a:pt x="190" y="180"/>
                  <a:pt x="192" y="174"/>
                  <a:pt x="192" y="168"/>
                </a:cubicBezTo>
                <a:cubicBezTo>
                  <a:pt x="192" y="161"/>
                  <a:pt x="190" y="155"/>
                  <a:pt x="185" y="151"/>
                </a:cubicBezTo>
                <a:cubicBezTo>
                  <a:pt x="179" y="145"/>
                  <a:pt x="179" y="145"/>
                  <a:pt x="179" y="145"/>
                </a:cubicBezTo>
                <a:cubicBezTo>
                  <a:pt x="188" y="130"/>
                  <a:pt x="192" y="113"/>
                  <a:pt x="192" y="96"/>
                </a:cubicBezTo>
                <a:cubicBezTo>
                  <a:pt x="192" y="79"/>
                  <a:pt x="188" y="62"/>
                  <a:pt x="179" y="47"/>
                </a:cubicBezTo>
                <a:close/>
                <a:moveTo>
                  <a:pt x="96" y="176"/>
                </a:moveTo>
                <a:cubicBezTo>
                  <a:pt x="52" y="176"/>
                  <a:pt x="16" y="140"/>
                  <a:pt x="16" y="96"/>
                </a:cubicBezTo>
                <a:cubicBezTo>
                  <a:pt x="16" y="52"/>
                  <a:pt x="52" y="16"/>
                  <a:pt x="96" y="16"/>
                </a:cubicBezTo>
                <a:cubicBezTo>
                  <a:pt x="140" y="16"/>
                  <a:pt x="176" y="52"/>
                  <a:pt x="176" y="96"/>
                </a:cubicBezTo>
                <a:cubicBezTo>
                  <a:pt x="176" y="140"/>
                  <a:pt x="140" y="176"/>
                  <a:pt x="96" y="176"/>
                </a:cubicBezTo>
                <a:close/>
              </a:path>
            </a:pathLst>
          </a:custGeom>
          <a:solidFill>
            <a:srgbClr val="95161C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rgbClr val="005CA1"/>
              </a:solidFill>
            </a:endParaRPr>
          </a:p>
        </p:txBody>
      </p:sp>
      <p:sp>
        <p:nvSpPr>
          <p:cNvPr id="28" name="淘宝-想搞设计PPT(倒卖必究)-28"/>
          <p:cNvSpPr>
            <a:spLocks noEditPoints="1"/>
          </p:cNvSpPr>
          <p:nvPr/>
        </p:nvSpPr>
        <p:spPr bwMode="auto">
          <a:xfrm>
            <a:off x="2272461" y="4001002"/>
            <a:ext cx="321985" cy="323247"/>
          </a:xfrm>
          <a:custGeom>
            <a:avLst/>
            <a:gdLst>
              <a:gd name="T0" fmla="*/ 72 w 144"/>
              <a:gd name="T1" fmla="*/ 0 h 144"/>
              <a:gd name="T2" fmla="*/ 0 w 144"/>
              <a:gd name="T3" fmla="*/ 72 h 144"/>
              <a:gd name="T4" fmla="*/ 72 w 144"/>
              <a:gd name="T5" fmla="*/ 144 h 144"/>
              <a:gd name="T6" fmla="*/ 144 w 144"/>
              <a:gd name="T7" fmla="*/ 72 h 144"/>
              <a:gd name="T8" fmla="*/ 72 w 144"/>
              <a:gd name="T9" fmla="*/ 0 h 144"/>
              <a:gd name="T10" fmla="*/ 104 w 144"/>
              <a:gd name="T11" fmla="*/ 72 h 144"/>
              <a:gd name="T12" fmla="*/ 72 w 144"/>
              <a:gd name="T13" fmla="*/ 104 h 144"/>
              <a:gd name="T14" fmla="*/ 40 w 144"/>
              <a:gd name="T15" fmla="*/ 72 h 144"/>
              <a:gd name="T16" fmla="*/ 47 w 144"/>
              <a:gd name="T17" fmla="*/ 52 h 144"/>
              <a:gd name="T18" fmla="*/ 41 w 144"/>
              <a:gd name="T19" fmla="*/ 47 h 144"/>
              <a:gd name="T20" fmla="*/ 41 w 144"/>
              <a:gd name="T21" fmla="*/ 41 h 144"/>
              <a:gd name="T22" fmla="*/ 47 w 144"/>
              <a:gd name="T23" fmla="*/ 41 h 144"/>
              <a:gd name="T24" fmla="*/ 53 w 144"/>
              <a:gd name="T25" fmla="*/ 47 h 144"/>
              <a:gd name="T26" fmla="*/ 72 w 144"/>
              <a:gd name="T27" fmla="*/ 40 h 144"/>
              <a:gd name="T28" fmla="*/ 92 w 144"/>
              <a:gd name="T29" fmla="*/ 47 h 144"/>
              <a:gd name="T30" fmla="*/ 98 w 144"/>
              <a:gd name="T31" fmla="*/ 41 h 144"/>
              <a:gd name="T32" fmla="*/ 103 w 144"/>
              <a:gd name="T33" fmla="*/ 41 h 144"/>
              <a:gd name="T34" fmla="*/ 103 w 144"/>
              <a:gd name="T35" fmla="*/ 47 h 144"/>
              <a:gd name="T36" fmla="*/ 97 w 144"/>
              <a:gd name="T37" fmla="*/ 52 h 144"/>
              <a:gd name="T38" fmla="*/ 104 w 144"/>
              <a:gd name="T39" fmla="*/ 72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144" h="144">
                <a:moveTo>
                  <a:pt x="72" y="0"/>
                </a:moveTo>
                <a:cubicBezTo>
                  <a:pt x="32" y="0"/>
                  <a:pt x="0" y="32"/>
                  <a:pt x="0" y="72"/>
                </a:cubicBezTo>
                <a:cubicBezTo>
                  <a:pt x="0" y="112"/>
                  <a:pt x="32" y="144"/>
                  <a:pt x="72" y="144"/>
                </a:cubicBezTo>
                <a:cubicBezTo>
                  <a:pt x="112" y="144"/>
                  <a:pt x="144" y="112"/>
                  <a:pt x="144" y="72"/>
                </a:cubicBezTo>
                <a:cubicBezTo>
                  <a:pt x="144" y="32"/>
                  <a:pt x="112" y="0"/>
                  <a:pt x="72" y="0"/>
                </a:cubicBezTo>
                <a:close/>
                <a:moveTo>
                  <a:pt x="104" y="72"/>
                </a:moveTo>
                <a:cubicBezTo>
                  <a:pt x="104" y="90"/>
                  <a:pt x="90" y="104"/>
                  <a:pt x="72" y="104"/>
                </a:cubicBezTo>
                <a:cubicBezTo>
                  <a:pt x="55" y="104"/>
                  <a:pt x="40" y="90"/>
                  <a:pt x="40" y="72"/>
                </a:cubicBezTo>
                <a:cubicBezTo>
                  <a:pt x="40" y="64"/>
                  <a:pt x="43" y="58"/>
                  <a:pt x="47" y="52"/>
                </a:cubicBezTo>
                <a:cubicBezTo>
                  <a:pt x="41" y="47"/>
                  <a:pt x="41" y="47"/>
                  <a:pt x="41" y="47"/>
                </a:cubicBezTo>
                <a:cubicBezTo>
                  <a:pt x="40" y="45"/>
                  <a:pt x="40" y="43"/>
                  <a:pt x="41" y="41"/>
                </a:cubicBezTo>
                <a:cubicBezTo>
                  <a:pt x="43" y="39"/>
                  <a:pt x="45" y="39"/>
                  <a:pt x="47" y="41"/>
                </a:cubicBezTo>
                <a:cubicBezTo>
                  <a:pt x="53" y="47"/>
                  <a:pt x="53" y="47"/>
                  <a:pt x="53" y="47"/>
                </a:cubicBezTo>
                <a:cubicBezTo>
                  <a:pt x="58" y="42"/>
                  <a:pt x="65" y="40"/>
                  <a:pt x="72" y="40"/>
                </a:cubicBezTo>
                <a:cubicBezTo>
                  <a:pt x="80" y="40"/>
                  <a:pt x="86" y="42"/>
                  <a:pt x="92" y="47"/>
                </a:cubicBezTo>
                <a:cubicBezTo>
                  <a:pt x="98" y="41"/>
                  <a:pt x="98" y="41"/>
                  <a:pt x="98" y="41"/>
                </a:cubicBezTo>
                <a:cubicBezTo>
                  <a:pt x="99" y="39"/>
                  <a:pt x="102" y="39"/>
                  <a:pt x="103" y="41"/>
                </a:cubicBezTo>
                <a:cubicBezTo>
                  <a:pt x="105" y="43"/>
                  <a:pt x="105" y="45"/>
                  <a:pt x="103" y="47"/>
                </a:cubicBezTo>
                <a:cubicBezTo>
                  <a:pt x="97" y="52"/>
                  <a:pt x="97" y="52"/>
                  <a:pt x="97" y="52"/>
                </a:cubicBezTo>
                <a:cubicBezTo>
                  <a:pt x="102" y="58"/>
                  <a:pt x="104" y="65"/>
                  <a:pt x="104" y="72"/>
                </a:cubicBezTo>
                <a:close/>
              </a:path>
            </a:pathLst>
          </a:custGeom>
          <a:solidFill>
            <a:srgbClr val="95161C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rgbClr val="005CA1"/>
              </a:solidFill>
            </a:endParaRPr>
          </a:p>
        </p:txBody>
      </p:sp>
      <p:sp>
        <p:nvSpPr>
          <p:cNvPr id="29" name="淘宝-想搞设计PPT(倒卖必究)-29"/>
          <p:cNvSpPr>
            <a:spLocks noEditPoints="1"/>
          </p:cNvSpPr>
          <p:nvPr/>
        </p:nvSpPr>
        <p:spPr bwMode="auto">
          <a:xfrm>
            <a:off x="9507519" y="4008123"/>
            <a:ext cx="489329" cy="415072"/>
          </a:xfrm>
          <a:custGeom>
            <a:avLst/>
            <a:gdLst>
              <a:gd name="T0" fmla="*/ 156 w 342"/>
              <a:gd name="T1" fmla="*/ 187 h 290"/>
              <a:gd name="T2" fmla="*/ 165 w 342"/>
              <a:gd name="T3" fmla="*/ 216 h 290"/>
              <a:gd name="T4" fmla="*/ 184 w 342"/>
              <a:gd name="T5" fmla="*/ 220 h 290"/>
              <a:gd name="T6" fmla="*/ 200 w 342"/>
              <a:gd name="T7" fmla="*/ 183 h 290"/>
              <a:gd name="T8" fmla="*/ 184 w 342"/>
              <a:gd name="T9" fmla="*/ 164 h 290"/>
              <a:gd name="T10" fmla="*/ 204 w 342"/>
              <a:gd name="T11" fmla="*/ 161 h 290"/>
              <a:gd name="T12" fmla="*/ 208 w 342"/>
              <a:gd name="T13" fmla="*/ 160 h 290"/>
              <a:gd name="T14" fmla="*/ 229 w 342"/>
              <a:gd name="T15" fmla="*/ 165 h 290"/>
              <a:gd name="T16" fmla="*/ 242 w 342"/>
              <a:gd name="T17" fmla="*/ 164 h 290"/>
              <a:gd name="T18" fmla="*/ 250 w 342"/>
              <a:gd name="T19" fmla="*/ 171 h 290"/>
              <a:gd name="T20" fmla="*/ 259 w 342"/>
              <a:gd name="T21" fmla="*/ 145 h 290"/>
              <a:gd name="T22" fmla="*/ 264 w 342"/>
              <a:gd name="T23" fmla="*/ 134 h 290"/>
              <a:gd name="T24" fmla="*/ 276 w 342"/>
              <a:gd name="T25" fmla="*/ 133 h 290"/>
              <a:gd name="T26" fmla="*/ 245 w 342"/>
              <a:gd name="T27" fmla="*/ 112 h 290"/>
              <a:gd name="T28" fmla="*/ 215 w 342"/>
              <a:gd name="T29" fmla="*/ 110 h 290"/>
              <a:gd name="T30" fmla="*/ 186 w 342"/>
              <a:gd name="T31" fmla="*/ 124 h 290"/>
              <a:gd name="T32" fmla="*/ 174 w 342"/>
              <a:gd name="T33" fmla="*/ 124 h 290"/>
              <a:gd name="T34" fmla="*/ 168 w 342"/>
              <a:gd name="T35" fmla="*/ 136 h 290"/>
              <a:gd name="T36" fmla="*/ 165 w 342"/>
              <a:gd name="T37" fmla="*/ 142 h 290"/>
              <a:gd name="T38" fmla="*/ 153 w 342"/>
              <a:gd name="T39" fmla="*/ 148 h 290"/>
              <a:gd name="T40" fmla="*/ 162 w 342"/>
              <a:gd name="T41" fmla="*/ 151 h 290"/>
              <a:gd name="T42" fmla="*/ 172 w 342"/>
              <a:gd name="T43" fmla="*/ 156 h 290"/>
              <a:gd name="T44" fmla="*/ 177 w 342"/>
              <a:gd name="T45" fmla="*/ 156 h 290"/>
              <a:gd name="T46" fmla="*/ 171 w 342"/>
              <a:gd name="T47" fmla="*/ 164 h 290"/>
              <a:gd name="T48" fmla="*/ 149 w 342"/>
              <a:gd name="T49" fmla="*/ 156 h 290"/>
              <a:gd name="T50" fmla="*/ 141 w 342"/>
              <a:gd name="T51" fmla="*/ 183 h 290"/>
              <a:gd name="T52" fmla="*/ 267 w 342"/>
              <a:gd name="T53" fmla="*/ 189 h 290"/>
              <a:gd name="T54" fmla="*/ 150 w 342"/>
              <a:gd name="T55" fmla="*/ 134 h 290"/>
              <a:gd name="T56" fmla="*/ 246 w 342"/>
              <a:gd name="T57" fmla="*/ 181 h 290"/>
              <a:gd name="T58" fmla="*/ 197 w 342"/>
              <a:gd name="T59" fmla="*/ 114 h 290"/>
              <a:gd name="T60" fmla="*/ 298 w 342"/>
              <a:gd name="T61" fmla="*/ 204 h 290"/>
              <a:gd name="T62" fmla="*/ 165 w 342"/>
              <a:gd name="T63" fmla="*/ 123 h 290"/>
              <a:gd name="T64" fmla="*/ 165 w 342"/>
              <a:gd name="T65" fmla="*/ 119 h 290"/>
              <a:gd name="T66" fmla="*/ 144 w 342"/>
              <a:gd name="T67" fmla="*/ 128 h 290"/>
              <a:gd name="T68" fmla="*/ 187 w 342"/>
              <a:gd name="T69" fmla="*/ 247 h 290"/>
              <a:gd name="T70" fmla="*/ 103 w 342"/>
              <a:gd name="T71" fmla="*/ 237 h 290"/>
              <a:gd name="T72" fmla="*/ 44 w 342"/>
              <a:gd name="T73" fmla="*/ 260 h 290"/>
              <a:gd name="T74" fmla="*/ 270 w 342"/>
              <a:gd name="T75" fmla="*/ 250 h 290"/>
              <a:gd name="T76" fmla="*/ 273 w 342"/>
              <a:gd name="T77" fmla="*/ 182 h 290"/>
              <a:gd name="T78" fmla="*/ 279 w 342"/>
              <a:gd name="T79" fmla="*/ 200 h 290"/>
              <a:gd name="T80" fmla="*/ 264 w 342"/>
              <a:gd name="T81" fmla="*/ 218 h 290"/>
              <a:gd name="T82" fmla="*/ 342 w 342"/>
              <a:gd name="T83" fmla="*/ 290 h 290"/>
              <a:gd name="T84" fmla="*/ 13 w 342"/>
              <a:gd name="T85" fmla="*/ 56 h 290"/>
              <a:gd name="T86" fmla="*/ 342 w 342"/>
              <a:gd name="T87" fmla="*/ 290 h 290"/>
              <a:gd name="T88" fmla="*/ 302 w 342"/>
              <a:gd name="T89" fmla="*/ 110 h 290"/>
              <a:gd name="T90" fmla="*/ 145 w 342"/>
              <a:gd name="T91" fmla="*/ 113 h 290"/>
              <a:gd name="T92" fmla="*/ 116 w 342"/>
              <a:gd name="T93" fmla="*/ 110 h 290"/>
              <a:gd name="T94" fmla="*/ 106 w 342"/>
              <a:gd name="T95" fmla="*/ 118 h 290"/>
              <a:gd name="T96" fmla="*/ 88 w 342"/>
              <a:gd name="T97" fmla="*/ 125 h 290"/>
              <a:gd name="T98" fmla="*/ 109 w 342"/>
              <a:gd name="T99" fmla="*/ 137 h 290"/>
              <a:gd name="T100" fmla="*/ 69 w 342"/>
              <a:gd name="T101" fmla="*/ 166 h 290"/>
              <a:gd name="T102" fmla="*/ 50 w 342"/>
              <a:gd name="T103" fmla="*/ 131 h 290"/>
              <a:gd name="T104" fmla="*/ 171 w 342"/>
              <a:gd name="T105" fmla="*/ 276 h 290"/>
              <a:gd name="T106" fmla="*/ 298 w 342"/>
              <a:gd name="T107" fmla="*/ 242 h 290"/>
              <a:gd name="T108" fmla="*/ 92 w 342"/>
              <a:gd name="T109" fmla="*/ 231 h 290"/>
              <a:gd name="T110" fmla="*/ 119 w 342"/>
              <a:gd name="T111" fmla="*/ 189 h 290"/>
              <a:gd name="T112" fmla="*/ 76 w 342"/>
              <a:gd name="T113" fmla="*/ 195 h 290"/>
              <a:gd name="T114" fmla="*/ 264 w 342"/>
              <a:gd name="T115" fmla="*/ 133 h 290"/>
              <a:gd name="T116" fmla="*/ 276 w 342"/>
              <a:gd name="T117" fmla="*/ 147 h 290"/>
              <a:gd name="T118" fmla="*/ 274 w 342"/>
              <a:gd name="T119" fmla="*/ 155 h 290"/>
              <a:gd name="T120" fmla="*/ 69 w 342"/>
              <a:gd name="T121" fmla="*/ 110 h 2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342" h="290">
                <a:moveTo>
                  <a:pt x="150" y="138"/>
                </a:moveTo>
                <a:cubicBezTo>
                  <a:pt x="151" y="140"/>
                  <a:pt x="148" y="141"/>
                  <a:pt x="147" y="140"/>
                </a:cubicBezTo>
                <a:cubicBezTo>
                  <a:pt x="145" y="139"/>
                  <a:pt x="148" y="135"/>
                  <a:pt x="150" y="138"/>
                </a:cubicBezTo>
                <a:close/>
                <a:moveTo>
                  <a:pt x="141" y="183"/>
                </a:moveTo>
                <a:cubicBezTo>
                  <a:pt x="143" y="186"/>
                  <a:pt x="145" y="186"/>
                  <a:pt x="148" y="186"/>
                </a:cubicBezTo>
                <a:cubicBezTo>
                  <a:pt x="150" y="187"/>
                  <a:pt x="151" y="187"/>
                  <a:pt x="153" y="187"/>
                </a:cubicBezTo>
                <a:cubicBezTo>
                  <a:pt x="154" y="187"/>
                  <a:pt x="155" y="186"/>
                  <a:pt x="156" y="187"/>
                </a:cubicBezTo>
                <a:cubicBezTo>
                  <a:pt x="158" y="188"/>
                  <a:pt x="160" y="187"/>
                  <a:pt x="161" y="192"/>
                </a:cubicBezTo>
                <a:cubicBezTo>
                  <a:pt x="161" y="193"/>
                  <a:pt x="160" y="201"/>
                  <a:pt x="165" y="206"/>
                </a:cubicBezTo>
                <a:cubicBezTo>
                  <a:pt x="165" y="206"/>
                  <a:pt x="165" y="206"/>
                  <a:pt x="165" y="206"/>
                </a:cubicBezTo>
                <a:cubicBezTo>
                  <a:pt x="165" y="207"/>
                  <a:pt x="165" y="208"/>
                  <a:pt x="165" y="208"/>
                </a:cubicBezTo>
                <a:cubicBezTo>
                  <a:pt x="165" y="209"/>
                  <a:pt x="165" y="209"/>
                  <a:pt x="165" y="210"/>
                </a:cubicBezTo>
                <a:cubicBezTo>
                  <a:pt x="164" y="210"/>
                  <a:pt x="164" y="212"/>
                  <a:pt x="164" y="213"/>
                </a:cubicBezTo>
                <a:cubicBezTo>
                  <a:pt x="164" y="214"/>
                  <a:pt x="165" y="215"/>
                  <a:pt x="165" y="216"/>
                </a:cubicBezTo>
                <a:cubicBezTo>
                  <a:pt x="166" y="217"/>
                  <a:pt x="166" y="217"/>
                  <a:pt x="166" y="218"/>
                </a:cubicBezTo>
                <a:cubicBezTo>
                  <a:pt x="167" y="219"/>
                  <a:pt x="167" y="220"/>
                  <a:pt x="167" y="221"/>
                </a:cubicBezTo>
                <a:cubicBezTo>
                  <a:pt x="167" y="222"/>
                  <a:pt x="168" y="223"/>
                  <a:pt x="169" y="224"/>
                </a:cubicBezTo>
                <a:cubicBezTo>
                  <a:pt x="170" y="224"/>
                  <a:pt x="170" y="225"/>
                  <a:pt x="170" y="226"/>
                </a:cubicBezTo>
                <a:cubicBezTo>
                  <a:pt x="170" y="228"/>
                  <a:pt x="172" y="229"/>
                  <a:pt x="174" y="228"/>
                </a:cubicBezTo>
                <a:cubicBezTo>
                  <a:pt x="177" y="227"/>
                  <a:pt x="179" y="226"/>
                  <a:pt x="181" y="223"/>
                </a:cubicBezTo>
                <a:cubicBezTo>
                  <a:pt x="183" y="222"/>
                  <a:pt x="183" y="221"/>
                  <a:pt x="184" y="220"/>
                </a:cubicBezTo>
                <a:cubicBezTo>
                  <a:pt x="184" y="218"/>
                  <a:pt x="185" y="217"/>
                  <a:pt x="186" y="216"/>
                </a:cubicBezTo>
                <a:cubicBezTo>
                  <a:pt x="187" y="215"/>
                  <a:pt x="187" y="214"/>
                  <a:pt x="187" y="213"/>
                </a:cubicBezTo>
                <a:cubicBezTo>
                  <a:pt x="187" y="212"/>
                  <a:pt x="187" y="211"/>
                  <a:pt x="188" y="210"/>
                </a:cubicBezTo>
                <a:cubicBezTo>
                  <a:pt x="190" y="208"/>
                  <a:pt x="192" y="207"/>
                  <a:pt x="192" y="204"/>
                </a:cubicBezTo>
                <a:cubicBezTo>
                  <a:pt x="192" y="201"/>
                  <a:pt x="192" y="199"/>
                  <a:pt x="191" y="197"/>
                </a:cubicBezTo>
                <a:cubicBezTo>
                  <a:pt x="190" y="195"/>
                  <a:pt x="193" y="191"/>
                  <a:pt x="195" y="189"/>
                </a:cubicBezTo>
                <a:cubicBezTo>
                  <a:pt x="196" y="187"/>
                  <a:pt x="199" y="185"/>
                  <a:pt x="200" y="183"/>
                </a:cubicBezTo>
                <a:cubicBezTo>
                  <a:pt x="200" y="181"/>
                  <a:pt x="200" y="180"/>
                  <a:pt x="201" y="178"/>
                </a:cubicBezTo>
                <a:cubicBezTo>
                  <a:pt x="202" y="177"/>
                  <a:pt x="202" y="176"/>
                  <a:pt x="202" y="175"/>
                </a:cubicBezTo>
                <a:cubicBezTo>
                  <a:pt x="201" y="175"/>
                  <a:pt x="199" y="176"/>
                  <a:pt x="198" y="177"/>
                </a:cubicBezTo>
                <a:cubicBezTo>
                  <a:pt x="196" y="178"/>
                  <a:pt x="195" y="178"/>
                  <a:pt x="193" y="177"/>
                </a:cubicBezTo>
                <a:cubicBezTo>
                  <a:pt x="192" y="175"/>
                  <a:pt x="190" y="174"/>
                  <a:pt x="189" y="173"/>
                </a:cubicBezTo>
                <a:cubicBezTo>
                  <a:pt x="188" y="171"/>
                  <a:pt x="187" y="168"/>
                  <a:pt x="185" y="166"/>
                </a:cubicBezTo>
                <a:cubicBezTo>
                  <a:pt x="184" y="165"/>
                  <a:pt x="184" y="165"/>
                  <a:pt x="184" y="164"/>
                </a:cubicBezTo>
                <a:cubicBezTo>
                  <a:pt x="184" y="163"/>
                  <a:pt x="185" y="163"/>
                  <a:pt x="185" y="163"/>
                </a:cubicBezTo>
                <a:cubicBezTo>
                  <a:pt x="188" y="164"/>
                  <a:pt x="188" y="168"/>
                  <a:pt x="190" y="169"/>
                </a:cubicBezTo>
                <a:cubicBezTo>
                  <a:pt x="192" y="171"/>
                  <a:pt x="194" y="172"/>
                  <a:pt x="194" y="175"/>
                </a:cubicBezTo>
                <a:cubicBezTo>
                  <a:pt x="195" y="176"/>
                  <a:pt x="197" y="175"/>
                  <a:pt x="198" y="174"/>
                </a:cubicBezTo>
                <a:cubicBezTo>
                  <a:pt x="201" y="172"/>
                  <a:pt x="204" y="169"/>
                  <a:pt x="206" y="167"/>
                </a:cubicBezTo>
                <a:cubicBezTo>
                  <a:pt x="207" y="166"/>
                  <a:pt x="208" y="164"/>
                  <a:pt x="208" y="163"/>
                </a:cubicBezTo>
                <a:cubicBezTo>
                  <a:pt x="208" y="162"/>
                  <a:pt x="205" y="161"/>
                  <a:pt x="204" y="161"/>
                </a:cubicBezTo>
                <a:cubicBezTo>
                  <a:pt x="203" y="162"/>
                  <a:pt x="202" y="163"/>
                  <a:pt x="201" y="162"/>
                </a:cubicBezTo>
                <a:cubicBezTo>
                  <a:pt x="200" y="162"/>
                  <a:pt x="200" y="162"/>
                  <a:pt x="199" y="161"/>
                </a:cubicBezTo>
                <a:cubicBezTo>
                  <a:pt x="199" y="161"/>
                  <a:pt x="196" y="159"/>
                  <a:pt x="197" y="158"/>
                </a:cubicBezTo>
                <a:cubicBezTo>
                  <a:pt x="197" y="157"/>
                  <a:pt x="200" y="159"/>
                  <a:pt x="201" y="159"/>
                </a:cubicBezTo>
                <a:cubicBezTo>
                  <a:pt x="202" y="159"/>
                  <a:pt x="202" y="159"/>
                  <a:pt x="203" y="160"/>
                </a:cubicBezTo>
                <a:cubicBezTo>
                  <a:pt x="204" y="160"/>
                  <a:pt x="204" y="159"/>
                  <a:pt x="205" y="160"/>
                </a:cubicBezTo>
                <a:cubicBezTo>
                  <a:pt x="206" y="161"/>
                  <a:pt x="206" y="160"/>
                  <a:pt x="208" y="160"/>
                </a:cubicBezTo>
                <a:cubicBezTo>
                  <a:pt x="209" y="160"/>
                  <a:pt x="210" y="160"/>
                  <a:pt x="211" y="159"/>
                </a:cubicBezTo>
                <a:cubicBezTo>
                  <a:pt x="213" y="159"/>
                  <a:pt x="217" y="158"/>
                  <a:pt x="217" y="161"/>
                </a:cubicBezTo>
                <a:cubicBezTo>
                  <a:pt x="216" y="162"/>
                  <a:pt x="218" y="162"/>
                  <a:pt x="219" y="162"/>
                </a:cubicBezTo>
                <a:cubicBezTo>
                  <a:pt x="220" y="162"/>
                  <a:pt x="220" y="164"/>
                  <a:pt x="221" y="165"/>
                </a:cubicBezTo>
                <a:cubicBezTo>
                  <a:pt x="221" y="167"/>
                  <a:pt x="223" y="168"/>
                  <a:pt x="224" y="170"/>
                </a:cubicBezTo>
                <a:cubicBezTo>
                  <a:pt x="225" y="170"/>
                  <a:pt x="228" y="174"/>
                  <a:pt x="229" y="174"/>
                </a:cubicBezTo>
                <a:cubicBezTo>
                  <a:pt x="234" y="174"/>
                  <a:pt x="229" y="167"/>
                  <a:pt x="229" y="165"/>
                </a:cubicBezTo>
                <a:cubicBezTo>
                  <a:pt x="230" y="164"/>
                  <a:pt x="231" y="163"/>
                  <a:pt x="232" y="161"/>
                </a:cubicBezTo>
                <a:cubicBezTo>
                  <a:pt x="233" y="160"/>
                  <a:pt x="233" y="159"/>
                  <a:pt x="234" y="158"/>
                </a:cubicBezTo>
                <a:cubicBezTo>
                  <a:pt x="235" y="157"/>
                  <a:pt x="235" y="157"/>
                  <a:pt x="235" y="157"/>
                </a:cubicBezTo>
                <a:cubicBezTo>
                  <a:pt x="235" y="157"/>
                  <a:pt x="236" y="157"/>
                  <a:pt x="237" y="158"/>
                </a:cubicBezTo>
                <a:cubicBezTo>
                  <a:pt x="238" y="158"/>
                  <a:pt x="238" y="160"/>
                  <a:pt x="239" y="160"/>
                </a:cubicBezTo>
                <a:cubicBezTo>
                  <a:pt x="240" y="161"/>
                  <a:pt x="240" y="162"/>
                  <a:pt x="241" y="163"/>
                </a:cubicBezTo>
                <a:cubicBezTo>
                  <a:pt x="241" y="163"/>
                  <a:pt x="241" y="164"/>
                  <a:pt x="242" y="164"/>
                </a:cubicBezTo>
                <a:cubicBezTo>
                  <a:pt x="243" y="165"/>
                  <a:pt x="244" y="165"/>
                  <a:pt x="244" y="167"/>
                </a:cubicBezTo>
                <a:cubicBezTo>
                  <a:pt x="246" y="169"/>
                  <a:pt x="245" y="172"/>
                  <a:pt x="247" y="174"/>
                </a:cubicBezTo>
                <a:cubicBezTo>
                  <a:pt x="249" y="176"/>
                  <a:pt x="250" y="179"/>
                  <a:pt x="252" y="181"/>
                </a:cubicBezTo>
                <a:cubicBezTo>
                  <a:pt x="253" y="182"/>
                  <a:pt x="253" y="181"/>
                  <a:pt x="253" y="180"/>
                </a:cubicBezTo>
                <a:cubicBezTo>
                  <a:pt x="253" y="179"/>
                  <a:pt x="252" y="178"/>
                  <a:pt x="251" y="177"/>
                </a:cubicBezTo>
                <a:cubicBezTo>
                  <a:pt x="250" y="175"/>
                  <a:pt x="247" y="173"/>
                  <a:pt x="247" y="171"/>
                </a:cubicBezTo>
                <a:cubicBezTo>
                  <a:pt x="247" y="169"/>
                  <a:pt x="249" y="170"/>
                  <a:pt x="250" y="171"/>
                </a:cubicBezTo>
                <a:cubicBezTo>
                  <a:pt x="251" y="172"/>
                  <a:pt x="253" y="173"/>
                  <a:pt x="254" y="173"/>
                </a:cubicBezTo>
                <a:cubicBezTo>
                  <a:pt x="255" y="173"/>
                  <a:pt x="256" y="173"/>
                  <a:pt x="256" y="172"/>
                </a:cubicBezTo>
                <a:cubicBezTo>
                  <a:pt x="257" y="171"/>
                  <a:pt x="256" y="162"/>
                  <a:pt x="257" y="162"/>
                </a:cubicBezTo>
                <a:cubicBezTo>
                  <a:pt x="259" y="162"/>
                  <a:pt x="259" y="163"/>
                  <a:pt x="260" y="162"/>
                </a:cubicBezTo>
                <a:cubicBezTo>
                  <a:pt x="262" y="161"/>
                  <a:pt x="264" y="158"/>
                  <a:pt x="263" y="155"/>
                </a:cubicBezTo>
                <a:cubicBezTo>
                  <a:pt x="260" y="150"/>
                  <a:pt x="257" y="151"/>
                  <a:pt x="255" y="146"/>
                </a:cubicBezTo>
                <a:cubicBezTo>
                  <a:pt x="255" y="145"/>
                  <a:pt x="257" y="143"/>
                  <a:pt x="259" y="145"/>
                </a:cubicBezTo>
                <a:cubicBezTo>
                  <a:pt x="260" y="146"/>
                  <a:pt x="261" y="146"/>
                  <a:pt x="261" y="147"/>
                </a:cubicBezTo>
                <a:cubicBezTo>
                  <a:pt x="261" y="148"/>
                  <a:pt x="264" y="151"/>
                  <a:pt x="265" y="152"/>
                </a:cubicBezTo>
                <a:cubicBezTo>
                  <a:pt x="266" y="152"/>
                  <a:pt x="267" y="152"/>
                  <a:pt x="267" y="151"/>
                </a:cubicBezTo>
                <a:cubicBezTo>
                  <a:pt x="267" y="150"/>
                  <a:pt x="264" y="148"/>
                  <a:pt x="264" y="147"/>
                </a:cubicBezTo>
                <a:cubicBezTo>
                  <a:pt x="263" y="145"/>
                  <a:pt x="264" y="144"/>
                  <a:pt x="265" y="144"/>
                </a:cubicBezTo>
                <a:cubicBezTo>
                  <a:pt x="267" y="144"/>
                  <a:pt x="267" y="142"/>
                  <a:pt x="267" y="140"/>
                </a:cubicBezTo>
                <a:cubicBezTo>
                  <a:pt x="267" y="138"/>
                  <a:pt x="266" y="135"/>
                  <a:pt x="264" y="134"/>
                </a:cubicBezTo>
                <a:cubicBezTo>
                  <a:pt x="263" y="133"/>
                  <a:pt x="262" y="132"/>
                  <a:pt x="261" y="132"/>
                </a:cubicBezTo>
                <a:cubicBezTo>
                  <a:pt x="260" y="131"/>
                  <a:pt x="259" y="132"/>
                  <a:pt x="259" y="131"/>
                </a:cubicBezTo>
                <a:cubicBezTo>
                  <a:pt x="257" y="129"/>
                  <a:pt x="260" y="127"/>
                  <a:pt x="262" y="128"/>
                </a:cubicBezTo>
                <a:cubicBezTo>
                  <a:pt x="269" y="129"/>
                  <a:pt x="270" y="127"/>
                  <a:pt x="272" y="128"/>
                </a:cubicBezTo>
                <a:cubicBezTo>
                  <a:pt x="274" y="129"/>
                  <a:pt x="272" y="131"/>
                  <a:pt x="272" y="132"/>
                </a:cubicBezTo>
                <a:cubicBezTo>
                  <a:pt x="272" y="134"/>
                  <a:pt x="275" y="137"/>
                  <a:pt x="277" y="138"/>
                </a:cubicBezTo>
                <a:cubicBezTo>
                  <a:pt x="280" y="141"/>
                  <a:pt x="279" y="134"/>
                  <a:pt x="276" y="133"/>
                </a:cubicBezTo>
                <a:cubicBezTo>
                  <a:pt x="274" y="131"/>
                  <a:pt x="275" y="130"/>
                  <a:pt x="277" y="131"/>
                </a:cubicBezTo>
                <a:cubicBezTo>
                  <a:pt x="278" y="131"/>
                  <a:pt x="279" y="131"/>
                  <a:pt x="280" y="130"/>
                </a:cubicBezTo>
                <a:cubicBezTo>
                  <a:pt x="280" y="130"/>
                  <a:pt x="284" y="129"/>
                  <a:pt x="285" y="128"/>
                </a:cubicBezTo>
                <a:cubicBezTo>
                  <a:pt x="285" y="126"/>
                  <a:pt x="279" y="125"/>
                  <a:pt x="277" y="124"/>
                </a:cubicBezTo>
                <a:cubicBezTo>
                  <a:pt x="274" y="123"/>
                  <a:pt x="267" y="119"/>
                  <a:pt x="260" y="118"/>
                </a:cubicBezTo>
                <a:cubicBezTo>
                  <a:pt x="259" y="118"/>
                  <a:pt x="254" y="116"/>
                  <a:pt x="253" y="115"/>
                </a:cubicBezTo>
                <a:cubicBezTo>
                  <a:pt x="251" y="113"/>
                  <a:pt x="247" y="112"/>
                  <a:pt x="245" y="112"/>
                </a:cubicBezTo>
                <a:cubicBezTo>
                  <a:pt x="243" y="112"/>
                  <a:pt x="240" y="112"/>
                  <a:pt x="237" y="110"/>
                </a:cubicBezTo>
                <a:cubicBezTo>
                  <a:pt x="236" y="110"/>
                  <a:pt x="235" y="109"/>
                  <a:pt x="234" y="109"/>
                </a:cubicBezTo>
                <a:cubicBezTo>
                  <a:pt x="233" y="108"/>
                  <a:pt x="232" y="108"/>
                  <a:pt x="231" y="108"/>
                </a:cubicBezTo>
                <a:cubicBezTo>
                  <a:pt x="230" y="108"/>
                  <a:pt x="230" y="108"/>
                  <a:pt x="230" y="108"/>
                </a:cubicBezTo>
                <a:cubicBezTo>
                  <a:pt x="229" y="109"/>
                  <a:pt x="227" y="109"/>
                  <a:pt x="226" y="109"/>
                </a:cubicBezTo>
                <a:cubicBezTo>
                  <a:pt x="225" y="109"/>
                  <a:pt x="224" y="108"/>
                  <a:pt x="223" y="108"/>
                </a:cubicBezTo>
                <a:cubicBezTo>
                  <a:pt x="221" y="108"/>
                  <a:pt x="217" y="109"/>
                  <a:pt x="215" y="110"/>
                </a:cubicBezTo>
                <a:cubicBezTo>
                  <a:pt x="214" y="110"/>
                  <a:pt x="210" y="111"/>
                  <a:pt x="209" y="112"/>
                </a:cubicBezTo>
                <a:cubicBezTo>
                  <a:pt x="208" y="113"/>
                  <a:pt x="209" y="113"/>
                  <a:pt x="208" y="114"/>
                </a:cubicBezTo>
                <a:cubicBezTo>
                  <a:pt x="207" y="114"/>
                  <a:pt x="199" y="115"/>
                  <a:pt x="199" y="117"/>
                </a:cubicBezTo>
                <a:cubicBezTo>
                  <a:pt x="198" y="119"/>
                  <a:pt x="200" y="119"/>
                  <a:pt x="201" y="119"/>
                </a:cubicBezTo>
                <a:cubicBezTo>
                  <a:pt x="201" y="121"/>
                  <a:pt x="196" y="120"/>
                  <a:pt x="195" y="120"/>
                </a:cubicBezTo>
                <a:cubicBezTo>
                  <a:pt x="194" y="120"/>
                  <a:pt x="193" y="121"/>
                  <a:pt x="192" y="122"/>
                </a:cubicBezTo>
                <a:cubicBezTo>
                  <a:pt x="191" y="122"/>
                  <a:pt x="188" y="125"/>
                  <a:pt x="186" y="124"/>
                </a:cubicBezTo>
                <a:cubicBezTo>
                  <a:pt x="186" y="123"/>
                  <a:pt x="185" y="124"/>
                  <a:pt x="185" y="124"/>
                </a:cubicBezTo>
                <a:cubicBezTo>
                  <a:pt x="185" y="126"/>
                  <a:pt x="185" y="126"/>
                  <a:pt x="184" y="127"/>
                </a:cubicBezTo>
                <a:cubicBezTo>
                  <a:pt x="183" y="127"/>
                  <a:pt x="183" y="128"/>
                  <a:pt x="182" y="129"/>
                </a:cubicBezTo>
                <a:cubicBezTo>
                  <a:pt x="180" y="129"/>
                  <a:pt x="177" y="127"/>
                  <a:pt x="181" y="127"/>
                </a:cubicBezTo>
                <a:cubicBezTo>
                  <a:pt x="181" y="127"/>
                  <a:pt x="183" y="126"/>
                  <a:pt x="183" y="126"/>
                </a:cubicBezTo>
                <a:cubicBezTo>
                  <a:pt x="183" y="124"/>
                  <a:pt x="179" y="124"/>
                  <a:pt x="178" y="124"/>
                </a:cubicBezTo>
                <a:cubicBezTo>
                  <a:pt x="176" y="124"/>
                  <a:pt x="175" y="123"/>
                  <a:pt x="174" y="124"/>
                </a:cubicBezTo>
                <a:cubicBezTo>
                  <a:pt x="168" y="124"/>
                  <a:pt x="166" y="129"/>
                  <a:pt x="165" y="130"/>
                </a:cubicBezTo>
                <a:cubicBezTo>
                  <a:pt x="165" y="130"/>
                  <a:pt x="164" y="131"/>
                  <a:pt x="164" y="131"/>
                </a:cubicBezTo>
                <a:cubicBezTo>
                  <a:pt x="163" y="132"/>
                  <a:pt x="162" y="132"/>
                  <a:pt x="161" y="133"/>
                </a:cubicBezTo>
                <a:cubicBezTo>
                  <a:pt x="159" y="133"/>
                  <a:pt x="158" y="134"/>
                  <a:pt x="159" y="137"/>
                </a:cubicBezTo>
                <a:cubicBezTo>
                  <a:pt x="161" y="138"/>
                  <a:pt x="162" y="136"/>
                  <a:pt x="164" y="137"/>
                </a:cubicBezTo>
                <a:cubicBezTo>
                  <a:pt x="164" y="138"/>
                  <a:pt x="165" y="139"/>
                  <a:pt x="165" y="140"/>
                </a:cubicBezTo>
                <a:cubicBezTo>
                  <a:pt x="167" y="139"/>
                  <a:pt x="168" y="137"/>
                  <a:pt x="168" y="136"/>
                </a:cubicBezTo>
                <a:cubicBezTo>
                  <a:pt x="169" y="136"/>
                  <a:pt x="168" y="135"/>
                  <a:pt x="168" y="135"/>
                </a:cubicBezTo>
                <a:cubicBezTo>
                  <a:pt x="167" y="134"/>
                  <a:pt x="170" y="131"/>
                  <a:pt x="171" y="130"/>
                </a:cubicBezTo>
                <a:cubicBezTo>
                  <a:pt x="172" y="130"/>
                  <a:pt x="173" y="130"/>
                  <a:pt x="172" y="131"/>
                </a:cubicBezTo>
                <a:cubicBezTo>
                  <a:pt x="170" y="134"/>
                  <a:pt x="174" y="134"/>
                  <a:pt x="172" y="136"/>
                </a:cubicBezTo>
                <a:cubicBezTo>
                  <a:pt x="172" y="137"/>
                  <a:pt x="171" y="139"/>
                  <a:pt x="170" y="140"/>
                </a:cubicBezTo>
                <a:cubicBezTo>
                  <a:pt x="169" y="141"/>
                  <a:pt x="167" y="141"/>
                  <a:pt x="166" y="141"/>
                </a:cubicBezTo>
                <a:cubicBezTo>
                  <a:pt x="166" y="142"/>
                  <a:pt x="166" y="142"/>
                  <a:pt x="165" y="142"/>
                </a:cubicBezTo>
                <a:cubicBezTo>
                  <a:pt x="164" y="142"/>
                  <a:pt x="164" y="142"/>
                  <a:pt x="163" y="141"/>
                </a:cubicBezTo>
                <a:cubicBezTo>
                  <a:pt x="163" y="140"/>
                  <a:pt x="163" y="139"/>
                  <a:pt x="162" y="139"/>
                </a:cubicBezTo>
                <a:cubicBezTo>
                  <a:pt x="161" y="139"/>
                  <a:pt x="162" y="141"/>
                  <a:pt x="162" y="141"/>
                </a:cubicBezTo>
                <a:cubicBezTo>
                  <a:pt x="161" y="142"/>
                  <a:pt x="160" y="141"/>
                  <a:pt x="159" y="141"/>
                </a:cubicBezTo>
                <a:cubicBezTo>
                  <a:pt x="158" y="141"/>
                  <a:pt x="157" y="142"/>
                  <a:pt x="156" y="143"/>
                </a:cubicBezTo>
                <a:cubicBezTo>
                  <a:pt x="155" y="143"/>
                  <a:pt x="152" y="143"/>
                  <a:pt x="152" y="145"/>
                </a:cubicBezTo>
                <a:cubicBezTo>
                  <a:pt x="152" y="146"/>
                  <a:pt x="153" y="147"/>
                  <a:pt x="153" y="148"/>
                </a:cubicBezTo>
                <a:cubicBezTo>
                  <a:pt x="153" y="149"/>
                  <a:pt x="153" y="150"/>
                  <a:pt x="151" y="149"/>
                </a:cubicBezTo>
                <a:cubicBezTo>
                  <a:pt x="150" y="149"/>
                  <a:pt x="149" y="148"/>
                  <a:pt x="147" y="148"/>
                </a:cubicBezTo>
                <a:cubicBezTo>
                  <a:pt x="146" y="147"/>
                  <a:pt x="146" y="149"/>
                  <a:pt x="146" y="150"/>
                </a:cubicBezTo>
                <a:cubicBezTo>
                  <a:pt x="146" y="151"/>
                  <a:pt x="145" y="153"/>
                  <a:pt x="146" y="154"/>
                </a:cubicBezTo>
                <a:cubicBezTo>
                  <a:pt x="148" y="155"/>
                  <a:pt x="149" y="156"/>
                  <a:pt x="151" y="156"/>
                </a:cubicBezTo>
                <a:cubicBezTo>
                  <a:pt x="157" y="155"/>
                  <a:pt x="157" y="151"/>
                  <a:pt x="158" y="151"/>
                </a:cubicBezTo>
                <a:cubicBezTo>
                  <a:pt x="160" y="151"/>
                  <a:pt x="161" y="150"/>
                  <a:pt x="162" y="151"/>
                </a:cubicBezTo>
                <a:cubicBezTo>
                  <a:pt x="163" y="152"/>
                  <a:pt x="163" y="153"/>
                  <a:pt x="164" y="154"/>
                </a:cubicBezTo>
                <a:cubicBezTo>
                  <a:pt x="165" y="156"/>
                  <a:pt x="165" y="152"/>
                  <a:pt x="165" y="152"/>
                </a:cubicBezTo>
                <a:cubicBezTo>
                  <a:pt x="164" y="151"/>
                  <a:pt x="164" y="150"/>
                  <a:pt x="165" y="150"/>
                </a:cubicBezTo>
                <a:cubicBezTo>
                  <a:pt x="165" y="151"/>
                  <a:pt x="165" y="151"/>
                  <a:pt x="165" y="151"/>
                </a:cubicBezTo>
                <a:cubicBezTo>
                  <a:pt x="166" y="151"/>
                  <a:pt x="166" y="151"/>
                  <a:pt x="167" y="152"/>
                </a:cubicBezTo>
                <a:cubicBezTo>
                  <a:pt x="168" y="153"/>
                  <a:pt x="170" y="152"/>
                  <a:pt x="170" y="154"/>
                </a:cubicBezTo>
                <a:cubicBezTo>
                  <a:pt x="170" y="155"/>
                  <a:pt x="172" y="156"/>
                  <a:pt x="172" y="156"/>
                </a:cubicBezTo>
                <a:cubicBezTo>
                  <a:pt x="173" y="156"/>
                  <a:pt x="172" y="157"/>
                  <a:pt x="173" y="157"/>
                </a:cubicBezTo>
                <a:cubicBezTo>
                  <a:pt x="173" y="158"/>
                  <a:pt x="174" y="157"/>
                  <a:pt x="174" y="157"/>
                </a:cubicBezTo>
                <a:cubicBezTo>
                  <a:pt x="174" y="156"/>
                  <a:pt x="175" y="155"/>
                  <a:pt x="174" y="155"/>
                </a:cubicBezTo>
                <a:cubicBezTo>
                  <a:pt x="174" y="155"/>
                  <a:pt x="173" y="154"/>
                  <a:pt x="173" y="153"/>
                </a:cubicBezTo>
                <a:cubicBezTo>
                  <a:pt x="174" y="153"/>
                  <a:pt x="175" y="153"/>
                  <a:pt x="176" y="152"/>
                </a:cubicBezTo>
                <a:cubicBezTo>
                  <a:pt x="177" y="152"/>
                  <a:pt x="177" y="153"/>
                  <a:pt x="176" y="154"/>
                </a:cubicBezTo>
                <a:cubicBezTo>
                  <a:pt x="176" y="154"/>
                  <a:pt x="177" y="155"/>
                  <a:pt x="177" y="156"/>
                </a:cubicBezTo>
                <a:cubicBezTo>
                  <a:pt x="178" y="156"/>
                  <a:pt x="178" y="157"/>
                  <a:pt x="179" y="156"/>
                </a:cubicBezTo>
                <a:cubicBezTo>
                  <a:pt x="180" y="156"/>
                  <a:pt x="184" y="153"/>
                  <a:pt x="185" y="155"/>
                </a:cubicBezTo>
                <a:cubicBezTo>
                  <a:pt x="185" y="156"/>
                  <a:pt x="185" y="157"/>
                  <a:pt x="185" y="158"/>
                </a:cubicBezTo>
                <a:cubicBezTo>
                  <a:pt x="185" y="161"/>
                  <a:pt x="182" y="159"/>
                  <a:pt x="181" y="160"/>
                </a:cubicBezTo>
                <a:cubicBezTo>
                  <a:pt x="179" y="162"/>
                  <a:pt x="177" y="161"/>
                  <a:pt x="175" y="161"/>
                </a:cubicBezTo>
                <a:cubicBezTo>
                  <a:pt x="174" y="161"/>
                  <a:pt x="173" y="161"/>
                  <a:pt x="172" y="162"/>
                </a:cubicBezTo>
                <a:cubicBezTo>
                  <a:pt x="171" y="162"/>
                  <a:pt x="172" y="163"/>
                  <a:pt x="171" y="164"/>
                </a:cubicBezTo>
                <a:cubicBezTo>
                  <a:pt x="169" y="166"/>
                  <a:pt x="167" y="163"/>
                  <a:pt x="166" y="163"/>
                </a:cubicBezTo>
                <a:cubicBezTo>
                  <a:pt x="165" y="163"/>
                  <a:pt x="165" y="163"/>
                  <a:pt x="165" y="163"/>
                </a:cubicBezTo>
                <a:cubicBezTo>
                  <a:pt x="164" y="163"/>
                  <a:pt x="163" y="162"/>
                  <a:pt x="163" y="162"/>
                </a:cubicBezTo>
                <a:cubicBezTo>
                  <a:pt x="162" y="161"/>
                  <a:pt x="163" y="160"/>
                  <a:pt x="163" y="160"/>
                </a:cubicBezTo>
                <a:cubicBezTo>
                  <a:pt x="164" y="157"/>
                  <a:pt x="159" y="157"/>
                  <a:pt x="158" y="157"/>
                </a:cubicBezTo>
                <a:cubicBezTo>
                  <a:pt x="156" y="157"/>
                  <a:pt x="154" y="157"/>
                  <a:pt x="153" y="157"/>
                </a:cubicBezTo>
                <a:cubicBezTo>
                  <a:pt x="152" y="157"/>
                  <a:pt x="150" y="157"/>
                  <a:pt x="149" y="156"/>
                </a:cubicBezTo>
                <a:cubicBezTo>
                  <a:pt x="148" y="156"/>
                  <a:pt x="148" y="156"/>
                  <a:pt x="148" y="157"/>
                </a:cubicBezTo>
                <a:cubicBezTo>
                  <a:pt x="147" y="158"/>
                  <a:pt x="146" y="158"/>
                  <a:pt x="145" y="158"/>
                </a:cubicBezTo>
                <a:cubicBezTo>
                  <a:pt x="144" y="159"/>
                  <a:pt x="145" y="161"/>
                  <a:pt x="144" y="162"/>
                </a:cubicBezTo>
                <a:cubicBezTo>
                  <a:pt x="143" y="162"/>
                  <a:pt x="142" y="162"/>
                  <a:pt x="141" y="163"/>
                </a:cubicBezTo>
                <a:cubicBezTo>
                  <a:pt x="139" y="165"/>
                  <a:pt x="138" y="167"/>
                  <a:pt x="137" y="169"/>
                </a:cubicBezTo>
                <a:cubicBezTo>
                  <a:pt x="136" y="172"/>
                  <a:pt x="136" y="174"/>
                  <a:pt x="137" y="177"/>
                </a:cubicBezTo>
                <a:cubicBezTo>
                  <a:pt x="138" y="179"/>
                  <a:pt x="140" y="181"/>
                  <a:pt x="141" y="183"/>
                </a:cubicBezTo>
                <a:close/>
                <a:moveTo>
                  <a:pt x="267" y="189"/>
                </a:moveTo>
                <a:cubicBezTo>
                  <a:pt x="268" y="188"/>
                  <a:pt x="268" y="184"/>
                  <a:pt x="269" y="182"/>
                </a:cubicBezTo>
                <a:cubicBezTo>
                  <a:pt x="269" y="181"/>
                  <a:pt x="265" y="178"/>
                  <a:pt x="264" y="179"/>
                </a:cubicBezTo>
                <a:cubicBezTo>
                  <a:pt x="263" y="180"/>
                  <a:pt x="262" y="181"/>
                  <a:pt x="261" y="181"/>
                </a:cubicBezTo>
                <a:cubicBezTo>
                  <a:pt x="260" y="182"/>
                  <a:pt x="258" y="180"/>
                  <a:pt x="257" y="182"/>
                </a:cubicBezTo>
                <a:cubicBezTo>
                  <a:pt x="257" y="183"/>
                  <a:pt x="258" y="184"/>
                  <a:pt x="259" y="185"/>
                </a:cubicBezTo>
                <a:cubicBezTo>
                  <a:pt x="260" y="187"/>
                  <a:pt x="265" y="191"/>
                  <a:pt x="267" y="189"/>
                </a:cubicBezTo>
                <a:close/>
                <a:moveTo>
                  <a:pt x="152" y="138"/>
                </a:moveTo>
                <a:cubicBezTo>
                  <a:pt x="152" y="139"/>
                  <a:pt x="151" y="140"/>
                  <a:pt x="151" y="140"/>
                </a:cubicBezTo>
                <a:cubicBezTo>
                  <a:pt x="150" y="142"/>
                  <a:pt x="152" y="142"/>
                  <a:pt x="154" y="142"/>
                </a:cubicBezTo>
                <a:cubicBezTo>
                  <a:pt x="155" y="142"/>
                  <a:pt x="156" y="142"/>
                  <a:pt x="156" y="141"/>
                </a:cubicBezTo>
                <a:cubicBezTo>
                  <a:pt x="155" y="140"/>
                  <a:pt x="154" y="139"/>
                  <a:pt x="154" y="138"/>
                </a:cubicBezTo>
                <a:cubicBezTo>
                  <a:pt x="153" y="137"/>
                  <a:pt x="154" y="135"/>
                  <a:pt x="153" y="134"/>
                </a:cubicBezTo>
                <a:cubicBezTo>
                  <a:pt x="152" y="133"/>
                  <a:pt x="151" y="133"/>
                  <a:pt x="150" y="134"/>
                </a:cubicBezTo>
                <a:cubicBezTo>
                  <a:pt x="149" y="134"/>
                  <a:pt x="150" y="136"/>
                  <a:pt x="151" y="137"/>
                </a:cubicBezTo>
                <a:cubicBezTo>
                  <a:pt x="151" y="138"/>
                  <a:pt x="151" y="138"/>
                  <a:pt x="152" y="138"/>
                </a:cubicBezTo>
                <a:close/>
                <a:moveTo>
                  <a:pt x="250" y="181"/>
                </a:moveTo>
                <a:cubicBezTo>
                  <a:pt x="249" y="180"/>
                  <a:pt x="247" y="178"/>
                  <a:pt x="246" y="177"/>
                </a:cubicBezTo>
                <a:cubicBezTo>
                  <a:pt x="245" y="176"/>
                  <a:pt x="243" y="174"/>
                  <a:pt x="242" y="175"/>
                </a:cubicBezTo>
                <a:cubicBezTo>
                  <a:pt x="242" y="175"/>
                  <a:pt x="242" y="177"/>
                  <a:pt x="243" y="178"/>
                </a:cubicBezTo>
                <a:cubicBezTo>
                  <a:pt x="244" y="179"/>
                  <a:pt x="245" y="180"/>
                  <a:pt x="246" y="181"/>
                </a:cubicBezTo>
                <a:cubicBezTo>
                  <a:pt x="247" y="183"/>
                  <a:pt x="248" y="184"/>
                  <a:pt x="249" y="186"/>
                </a:cubicBezTo>
                <a:cubicBezTo>
                  <a:pt x="250" y="187"/>
                  <a:pt x="255" y="193"/>
                  <a:pt x="263" y="195"/>
                </a:cubicBezTo>
                <a:cubicBezTo>
                  <a:pt x="265" y="196"/>
                  <a:pt x="266" y="195"/>
                  <a:pt x="265" y="194"/>
                </a:cubicBezTo>
                <a:cubicBezTo>
                  <a:pt x="256" y="190"/>
                  <a:pt x="252" y="182"/>
                  <a:pt x="250" y="181"/>
                </a:cubicBezTo>
                <a:close/>
                <a:moveTo>
                  <a:pt x="193" y="120"/>
                </a:moveTo>
                <a:cubicBezTo>
                  <a:pt x="194" y="119"/>
                  <a:pt x="189" y="119"/>
                  <a:pt x="193" y="117"/>
                </a:cubicBezTo>
                <a:cubicBezTo>
                  <a:pt x="193" y="117"/>
                  <a:pt x="198" y="114"/>
                  <a:pt x="197" y="114"/>
                </a:cubicBezTo>
                <a:cubicBezTo>
                  <a:pt x="195" y="113"/>
                  <a:pt x="189" y="117"/>
                  <a:pt x="189" y="120"/>
                </a:cubicBezTo>
                <a:cubicBezTo>
                  <a:pt x="189" y="121"/>
                  <a:pt x="192" y="121"/>
                  <a:pt x="193" y="120"/>
                </a:cubicBezTo>
                <a:close/>
                <a:moveTo>
                  <a:pt x="279" y="189"/>
                </a:moveTo>
                <a:cubicBezTo>
                  <a:pt x="279" y="190"/>
                  <a:pt x="282" y="193"/>
                  <a:pt x="283" y="194"/>
                </a:cubicBezTo>
                <a:cubicBezTo>
                  <a:pt x="284" y="195"/>
                  <a:pt x="285" y="195"/>
                  <a:pt x="286" y="196"/>
                </a:cubicBezTo>
                <a:cubicBezTo>
                  <a:pt x="288" y="198"/>
                  <a:pt x="290" y="201"/>
                  <a:pt x="292" y="201"/>
                </a:cubicBezTo>
                <a:cubicBezTo>
                  <a:pt x="293" y="201"/>
                  <a:pt x="297" y="203"/>
                  <a:pt x="298" y="204"/>
                </a:cubicBezTo>
                <a:cubicBezTo>
                  <a:pt x="299" y="204"/>
                  <a:pt x="301" y="205"/>
                  <a:pt x="301" y="204"/>
                </a:cubicBezTo>
                <a:cubicBezTo>
                  <a:pt x="302" y="203"/>
                  <a:pt x="300" y="202"/>
                  <a:pt x="299" y="202"/>
                </a:cubicBezTo>
                <a:cubicBezTo>
                  <a:pt x="298" y="201"/>
                  <a:pt x="293" y="193"/>
                  <a:pt x="289" y="193"/>
                </a:cubicBezTo>
                <a:cubicBezTo>
                  <a:pt x="286" y="193"/>
                  <a:pt x="284" y="192"/>
                  <a:pt x="283" y="191"/>
                </a:cubicBezTo>
                <a:cubicBezTo>
                  <a:pt x="283" y="190"/>
                  <a:pt x="281" y="188"/>
                  <a:pt x="279" y="189"/>
                </a:cubicBezTo>
                <a:close/>
                <a:moveTo>
                  <a:pt x="165" y="123"/>
                </a:moveTo>
                <a:cubicBezTo>
                  <a:pt x="165" y="123"/>
                  <a:pt x="165" y="123"/>
                  <a:pt x="165" y="123"/>
                </a:cubicBezTo>
                <a:cubicBezTo>
                  <a:pt x="167" y="123"/>
                  <a:pt x="167" y="121"/>
                  <a:pt x="168" y="121"/>
                </a:cubicBezTo>
                <a:cubicBezTo>
                  <a:pt x="169" y="121"/>
                  <a:pt x="170" y="122"/>
                  <a:pt x="171" y="121"/>
                </a:cubicBezTo>
                <a:cubicBezTo>
                  <a:pt x="171" y="120"/>
                  <a:pt x="170" y="120"/>
                  <a:pt x="171" y="119"/>
                </a:cubicBezTo>
                <a:cubicBezTo>
                  <a:pt x="171" y="119"/>
                  <a:pt x="172" y="118"/>
                  <a:pt x="172" y="118"/>
                </a:cubicBezTo>
                <a:cubicBezTo>
                  <a:pt x="172" y="117"/>
                  <a:pt x="170" y="117"/>
                  <a:pt x="169" y="118"/>
                </a:cubicBezTo>
                <a:cubicBezTo>
                  <a:pt x="168" y="118"/>
                  <a:pt x="167" y="118"/>
                  <a:pt x="165" y="119"/>
                </a:cubicBezTo>
                <a:cubicBezTo>
                  <a:pt x="165" y="119"/>
                  <a:pt x="165" y="119"/>
                  <a:pt x="165" y="119"/>
                </a:cubicBezTo>
                <a:cubicBezTo>
                  <a:pt x="164" y="119"/>
                  <a:pt x="163" y="119"/>
                  <a:pt x="162" y="120"/>
                </a:cubicBezTo>
                <a:cubicBezTo>
                  <a:pt x="162" y="120"/>
                  <a:pt x="165" y="122"/>
                  <a:pt x="165" y="123"/>
                </a:cubicBezTo>
                <a:close/>
                <a:moveTo>
                  <a:pt x="144" y="128"/>
                </a:moveTo>
                <a:cubicBezTo>
                  <a:pt x="145" y="127"/>
                  <a:pt x="147" y="127"/>
                  <a:pt x="146" y="126"/>
                </a:cubicBezTo>
                <a:cubicBezTo>
                  <a:pt x="144" y="124"/>
                  <a:pt x="143" y="125"/>
                  <a:pt x="141" y="125"/>
                </a:cubicBezTo>
                <a:cubicBezTo>
                  <a:pt x="140" y="124"/>
                  <a:pt x="138" y="125"/>
                  <a:pt x="140" y="126"/>
                </a:cubicBezTo>
                <a:cubicBezTo>
                  <a:pt x="141" y="128"/>
                  <a:pt x="143" y="128"/>
                  <a:pt x="144" y="128"/>
                </a:cubicBezTo>
                <a:close/>
                <a:moveTo>
                  <a:pt x="270" y="250"/>
                </a:moveTo>
                <a:cubicBezTo>
                  <a:pt x="267" y="249"/>
                  <a:pt x="263" y="250"/>
                  <a:pt x="260" y="248"/>
                </a:cubicBezTo>
                <a:cubicBezTo>
                  <a:pt x="255" y="245"/>
                  <a:pt x="274" y="246"/>
                  <a:pt x="269" y="244"/>
                </a:cubicBezTo>
                <a:cubicBezTo>
                  <a:pt x="260" y="239"/>
                  <a:pt x="250" y="236"/>
                  <a:pt x="241" y="234"/>
                </a:cubicBezTo>
                <a:cubicBezTo>
                  <a:pt x="238" y="234"/>
                  <a:pt x="235" y="235"/>
                  <a:pt x="232" y="236"/>
                </a:cubicBezTo>
                <a:cubicBezTo>
                  <a:pt x="221" y="238"/>
                  <a:pt x="209" y="244"/>
                  <a:pt x="197" y="245"/>
                </a:cubicBezTo>
                <a:cubicBezTo>
                  <a:pt x="194" y="245"/>
                  <a:pt x="190" y="245"/>
                  <a:pt x="187" y="247"/>
                </a:cubicBezTo>
                <a:cubicBezTo>
                  <a:pt x="186" y="247"/>
                  <a:pt x="185" y="249"/>
                  <a:pt x="183" y="250"/>
                </a:cubicBezTo>
                <a:cubicBezTo>
                  <a:pt x="179" y="253"/>
                  <a:pt x="171" y="253"/>
                  <a:pt x="166" y="254"/>
                </a:cubicBezTo>
                <a:cubicBezTo>
                  <a:pt x="165" y="254"/>
                  <a:pt x="165" y="254"/>
                  <a:pt x="165" y="254"/>
                </a:cubicBezTo>
                <a:cubicBezTo>
                  <a:pt x="159" y="253"/>
                  <a:pt x="152" y="252"/>
                  <a:pt x="146" y="251"/>
                </a:cubicBezTo>
                <a:cubicBezTo>
                  <a:pt x="141" y="249"/>
                  <a:pt x="137" y="251"/>
                  <a:pt x="133" y="252"/>
                </a:cubicBezTo>
                <a:cubicBezTo>
                  <a:pt x="126" y="252"/>
                  <a:pt x="110" y="249"/>
                  <a:pt x="106" y="242"/>
                </a:cubicBezTo>
                <a:cubicBezTo>
                  <a:pt x="105" y="240"/>
                  <a:pt x="104" y="240"/>
                  <a:pt x="103" y="237"/>
                </a:cubicBezTo>
                <a:cubicBezTo>
                  <a:pt x="102" y="236"/>
                  <a:pt x="99" y="238"/>
                  <a:pt x="101" y="242"/>
                </a:cubicBezTo>
                <a:cubicBezTo>
                  <a:pt x="102" y="245"/>
                  <a:pt x="94" y="242"/>
                  <a:pt x="89" y="241"/>
                </a:cubicBezTo>
                <a:cubicBezTo>
                  <a:pt x="86" y="241"/>
                  <a:pt x="83" y="241"/>
                  <a:pt x="81" y="241"/>
                </a:cubicBezTo>
                <a:cubicBezTo>
                  <a:pt x="73" y="243"/>
                  <a:pt x="65" y="246"/>
                  <a:pt x="57" y="247"/>
                </a:cubicBezTo>
                <a:cubicBezTo>
                  <a:pt x="54" y="248"/>
                  <a:pt x="50" y="253"/>
                  <a:pt x="47" y="254"/>
                </a:cubicBezTo>
                <a:cubicBezTo>
                  <a:pt x="42" y="255"/>
                  <a:pt x="39" y="259"/>
                  <a:pt x="35" y="262"/>
                </a:cubicBezTo>
                <a:cubicBezTo>
                  <a:pt x="38" y="261"/>
                  <a:pt x="41" y="261"/>
                  <a:pt x="44" y="260"/>
                </a:cubicBezTo>
                <a:cubicBezTo>
                  <a:pt x="59" y="257"/>
                  <a:pt x="74" y="254"/>
                  <a:pt x="88" y="251"/>
                </a:cubicBezTo>
                <a:cubicBezTo>
                  <a:pt x="88" y="251"/>
                  <a:pt x="88" y="251"/>
                  <a:pt x="88" y="251"/>
                </a:cubicBezTo>
                <a:cubicBezTo>
                  <a:pt x="118" y="257"/>
                  <a:pt x="134" y="261"/>
                  <a:pt x="165" y="268"/>
                </a:cubicBezTo>
                <a:cubicBezTo>
                  <a:pt x="165" y="268"/>
                  <a:pt x="165" y="268"/>
                  <a:pt x="165" y="268"/>
                </a:cubicBezTo>
                <a:cubicBezTo>
                  <a:pt x="191" y="262"/>
                  <a:pt x="217" y="256"/>
                  <a:pt x="243" y="251"/>
                </a:cubicBezTo>
                <a:cubicBezTo>
                  <a:pt x="255" y="253"/>
                  <a:pt x="268" y="256"/>
                  <a:pt x="281" y="259"/>
                </a:cubicBezTo>
                <a:cubicBezTo>
                  <a:pt x="280" y="256"/>
                  <a:pt x="273" y="251"/>
                  <a:pt x="270" y="250"/>
                </a:cubicBezTo>
                <a:close/>
                <a:moveTo>
                  <a:pt x="273" y="182"/>
                </a:moveTo>
                <a:cubicBezTo>
                  <a:pt x="274" y="182"/>
                  <a:pt x="277" y="179"/>
                  <a:pt x="277" y="178"/>
                </a:cubicBezTo>
                <a:cubicBezTo>
                  <a:pt x="276" y="177"/>
                  <a:pt x="271" y="174"/>
                  <a:pt x="270" y="173"/>
                </a:cubicBezTo>
                <a:cubicBezTo>
                  <a:pt x="270" y="173"/>
                  <a:pt x="269" y="173"/>
                  <a:pt x="268" y="172"/>
                </a:cubicBezTo>
                <a:cubicBezTo>
                  <a:pt x="267" y="170"/>
                  <a:pt x="269" y="169"/>
                  <a:pt x="267" y="167"/>
                </a:cubicBezTo>
                <a:cubicBezTo>
                  <a:pt x="266" y="167"/>
                  <a:pt x="266" y="170"/>
                  <a:pt x="266" y="173"/>
                </a:cubicBezTo>
                <a:cubicBezTo>
                  <a:pt x="267" y="177"/>
                  <a:pt x="272" y="182"/>
                  <a:pt x="273" y="182"/>
                </a:cubicBezTo>
                <a:close/>
                <a:moveTo>
                  <a:pt x="293" y="223"/>
                </a:moveTo>
                <a:cubicBezTo>
                  <a:pt x="295" y="222"/>
                  <a:pt x="297" y="220"/>
                  <a:pt x="296" y="216"/>
                </a:cubicBezTo>
                <a:cubicBezTo>
                  <a:pt x="295" y="214"/>
                  <a:pt x="292" y="211"/>
                  <a:pt x="291" y="209"/>
                </a:cubicBezTo>
                <a:cubicBezTo>
                  <a:pt x="290" y="208"/>
                  <a:pt x="291" y="205"/>
                  <a:pt x="287" y="201"/>
                </a:cubicBezTo>
                <a:cubicBezTo>
                  <a:pt x="286" y="198"/>
                  <a:pt x="286" y="203"/>
                  <a:pt x="286" y="203"/>
                </a:cubicBezTo>
                <a:cubicBezTo>
                  <a:pt x="286" y="205"/>
                  <a:pt x="286" y="208"/>
                  <a:pt x="283" y="206"/>
                </a:cubicBezTo>
                <a:cubicBezTo>
                  <a:pt x="282" y="205"/>
                  <a:pt x="281" y="201"/>
                  <a:pt x="279" y="200"/>
                </a:cubicBezTo>
                <a:cubicBezTo>
                  <a:pt x="278" y="199"/>
                  <a:pt x="276" y="198"/>
                  <a:pt x="275" y="199"/>
                </a:cubicBezTo>
                <a:cubicBezTo>
                  <a:pt x="275" y="200"/>
                  <a:pt x="275" y="202"/>
                  <a:pt x="273" y="201"/>
                </a:cubicBezTo>
                <a:cubicBezTo>
                  <a:pt x="272" y="201"/>
                  <a:pt x="272" y="200"/>
                  <a:pt x="270" y="200"/>
                </a:cubicBezTo>
                <a:cubicBezTo>
                  <a:pt x="269" y="200"/>
                  <a:pt x="263" y="202"/>
                  <a:pt x="259" y="207"/>
                </a:cubicBezTo>
                <a:cubicBezTo>
                  <a:pt x="256" y="210"/>
                  <a:pt x="256" y="216"/>
                  <a:pt x="257" y="217"/>
                </a:cubicBezTo>
                <a:cubicBezTo>
                  <a:pt x="257" y="218"/>
                  <a:pt x="259" y="218"/>
                  <a:pt x="259" y="218"/>
                </a:cubicBezTo>
                <a:cubicBezTo>
                  <a:pt x="261" y="218"/>
                  <a:pt x="262" y="218"/>
                  <a:pt x="264" y="218"/>
                </a:cubicBezTo>
                <a:cubicBezTo>
                  <a:pt x="266" y="218"/>
                  <a:pt x="267" y="216"/>
                  <a:pt x="270" y="217"/>
                </a:cubicBezTo>
                <a:cubicBezTo>
                  <a:pt x="272" y="217"/>
                  <a:pt x="273" y="218"/>
                  <a:pt x="274" y="218"/>
                </a:cubicBezTo>
                <a:cubicBezTo>
                  <a:pt x="276" y="219"/>
                  <a:pt x="282" y="227"/>
                  <a:pt x="283" y="227"/>
                </a:cubicBezTo>
                <a:cubicBezTo>
                  <a:pt x="284" y="226"/>
                  <a:pt x="285" y="228"/>
                  <a:pt x="286" y="228"/>
                </a:cubicBezTo>
                <a:cubicBezTo>
                  <a:pt x="288" y="227"/>
                  <a:pt x="289" y="228"/>
                  <a:pt x="290" y="227"/>
                </a:cubicBezTo>
                <a:cubicBezTo>
                  <a:pt x="291" y="225"/>
                  <a:pt x="291" y="224"/>
                  <a:pt x="293" y="223"/>
                </a:cubicBezTo>
                <a:close/>
                <a:moveTo>
                  <a:pt x="342" y="290"/>
                </a:moveTo>
                <a:cubicBezTo>
                  <a:pt x="342" y="290"/>
                  <a:pt x="277" y="277"/>
                  <a:pt x="248" y="270"/>
                </a:cubicBezTo>
                <a:cubicBezTo>
                  <a:pt x="220" y="277"/>
                  <a:pt x="171" y="287"/>
                  <a:pt x="171" y="287"/>
                </a:cubicBezTo>
                <a:cubicBezTo>
                  <a:pt x="171" y="287"/>
                  <a:pt x="122" y="277"/>
                  <a:pt x="93" y="270"/>
                </a:cubicBezTo>
                <a:cubicBezTo>
                  <a:pt x="64" y="277"/>
                  <a:pt x="0" y="290"/>
                  <a:pt x="0" y="290"/>
                </a:cubicBezTo>
                <a:cubicBezTo>
                  <a:pt x="29" y="101"/>
                  <a:pt x="29" y="101"/>
                  <a:pt x="29" y="101"/>
                </a:cubicBezTo>
                <a:cubicBezTo>
                  <a:pt x="30" y="100"/>
                  <a:pt x="30" y="100"/>
                  <a:pt x="30" y="100"/>
                </a:cubicBezTo>
                <a:cubicBezTo>
                  <a:pt x="18" y="85"/>
                  <a:pt x="13" y="72"/>
                  <a:pt x="13" y="56"/>
                </a:cubicBezTo>
                <a:cubicBezTo>
                  <a:pt x="13" y="25"/>
                  <a:pt x="38" y="0"/>
                  <a:pt x="69" y="0"/>
                </a:cubicBezTo>
                <a:cubicBezTo>
                  <a:pt x="100" y="0"/>
                  <a:pt x="125" y="25"/>
                  <a:pt x="125" y="56"/>
                </a:cubicBezTo>
                <a:cubicBezTo>
                  <a:pt x="125" y="66"/>
                  <a:pt x="123" y="75"/>
                  <a:pt x="118" y="84"/>
                </a:cubicBezTo>
                <a:cubicBezTo>
                  <a:pt x="132" y="88"/>
                  <a:pt x="155" y="94"/>
                  <a:pt x="171" y="98"/>
                </a:cubicBezTo>
                <a:cubicBezTo>
                  <a:pt x="195" y="92"/>
                  <a:pt x="235" y="81"/>
                  <a:pt x="235" y="81"/>
                </a:cubicBezTo>
                <a:cubicBezTo>
                  <a:pt x="312" y="101"/>
                  <a:pt x="312" y="101"/>
                  <a:pt x="312" y="101"/>
                </a:cubicBezTo>
                <a:lnTo>
                  <a:pt x="342" y="290"/>
                </a:lnTo>
                <a:close/>
                <a:moveTo>
                  <a:pt x="69" y="127"/>
                </a:moveTo>
                <a:cubicBezTo>
                  <a:pt x="101" y="93"/>
                  <a:pt x="114" y="78"/>
                  <a:pt x="114" y="56"/>
                </a:cubicBezTo>
                <a:cubicBezTo>
                  <a:pt x="114" y="32"/>
                  <a:pt x="94" y="11"/>
                  <a:pt x="69" y="11"/>
                </a:cubicBezTo>
                <a:cubicBezTo>
                  <a:pt x="44" y="11"/>
                  <a:pt x="24" y="32"/>
                  <a:pt x="24" y="56"/>
                </a:cubicBezTo>
                <a:cubicBezTo>
                  <a:pt x="24" y="78"/>
                  <a:pt x="37" y="93"/>
                  <a:pt x="69" y="127"/>
                </a:cubicBezTo>
                <a:close/>
                <a:moveTo>
                  <a:pt x="328" y="276"/>
                </a:moveTo>
                <a:cubicBezTo>
                  <a:pt x="319" y="220"/>
                  <a:pt x="311" y="165"/>
                  <a:pt x="302" y="110"/>
                </a:cubicBezTo>
                <a:cubicBezTo>
                  <a:pt x="275" y="103"/>
                  <a:pt x="261" y="100"/>
                  <a:pt x="235" y="93"/>
                </a:cubicBezTo>
                <a:cubicBezTo>
                  <a:pt x="210" y="100"/>
                  <a:pt x="197" y="103"/>
                  <a:pt x="171" y="110"/>
                </a:cubicBezTo>
                <a:cubicBezTo>
                  <a:pt x="147" y="103"/>
                  <a:pt x="134" y="100"/>
                  <a:pt x="112" y="94"/>
                </a:cubicBezTo>
                <a:cubicBezTo>
                  <a:pt x="110" y="97"/>
                  <a:pt x="108" y="99"/>
                  <a:pt x="106" y="102"/>
                </a:cubicBezTo>
                <a:cubicBezTo>
                  <a:pt x="107" y="102"/>
                  <a:pt x="107" y="102"/>
                  <a:pt x="108" y="102"/>
                </a:cubicBezTo>
                <a:cubicBezTo>
                  <a:pt x="112" y="102"/>
                  <a:pt x="114" y="105"/>
                  <a:pt x="117" y="106"/>
                </a:cubicBezTo>
                <a:cubicBezTo>
                  <a:pt x="128" y="109"/>
                  <a:pt x="134" y="105"/>
                  <a:pt x="145" y="113"/>
                </a:cubicBezTo>
                <a:cubicBezTo>
                  <a:pt x="147" y="114"/>
                  <a:pt x="147" y="116"/>
                  <a:pt x="147" y="116"/>
                </a:cubicBezTo>
                <a:cubicBezTo>
                  <a:pt x="144" y="118"/>
                  <a:pt x="142" y="122"/>
                  <a:pt x="138" y="123"/>
                </a:cubicBezTo>
                <a:cubicBezTo>
                  <a:pt x="134" y="123"/>
                  <a:pt x="128" y="128"/>
                  <a:pt x="125" y="130"/>
                </a:cubicBezTo>
                <a:cubicBezTo>
                  <a:pt x="123" y="131"/>
                  <a:pt x="122" y="132"/>
                  <a:pt x="120" y="130"/>
                </a:cubicBezTo>
                <a:cubicBezTo>
                  <a:pt x="119" y="128"/>
                  <a:pt x="120" y="120"/>
                  <a:pt x="120" y="118"/>
                </a:cubicBezTo>
                <a:cubicBezTo>
                  <a:pt x="121" y="116"/>
                  <a:pt x="123" y="113"/>
                  <a:pt x="120" y="112"/>
                </a:cubicBezTo>
                <a:cubicBezTo>
                  <a:pt x="119" y="111"/>
                  <a:pt x="117" y="111"/>
                  <a:pt x="116" y="110"/>
                </a:cubicBezTo>
                <a:cubicBezTo>
                  <a:pt x="115" y="109"/>
                  <a:pt x="113" y="108"/>
                  <a:pt x="113" y="108"/>
                </a:cubicBezTo>
                <a:cubicBezTo>
                  <a:pt x="112" y="108"/>
                  <a:pt x="108" y="109"/>
                  <a:pt x="109" y="111"/>
                </a:cubicBezTo>
                <a:cubicBezTo>
                  <a:pt x="109" y="112"/>
                  <a:pt x="113" y="113"/>
                  <a:pt x="112" y="115"/>
                </a:cubicBezTo>
                <a:cubicBezTo>
                  <a:pt x="112" y="117"/>
                  <a:pt x="115" y="117"/>
                  <a:pt x="114" y="118"/>
                </a:cubicBezTo>
                <a:cubicBezTo>
                  <a:pt x="113" y="121"/>
                  <a:pt x="112" y="117"/>
                  <a:pt x="111" y="119"/>
                </a:cubicBezTo>
                <a:cubicBezTo>
                  <a:pt x="111" y="120"/>
                  <a:pt x="110" y="120"/>
                  <a:pt x="110" y="120"/>
                </a:cubicBezTo>
                <a:cubicBezTo>
                  <a:pt x="108" y="121"/>
                  <a:pt x="107" y="119"/>
                  <a:pt x="106" y="118"/>
                </a:cubicBezTo>
                <a:cubicBezTo>
                  <a:pt x="106" y="118"/>
                  <a:pt x="103" y="116"/>
                  <a:pt x="104" y="116"/>
                </a:cubicBezTo>
                <a:cubicBezTo>
                  <a:pt x="105" y="116"/>
                  <a:pt x="106" y="116"/>
                  <a:pt x="106" y="114"/>
                </a:cubicBezTo>
                <a:cubicBezTo>
                  <a:pt x="104" y="109"/>
                  <a:pt x="100" y="117"/>
                  <a:pt x="99" y="117"/>
                </a:cubicBezTo>
                <a:cubicBezTo>
                  <a:pt x="99" y="117"/>
                  <a:pt x="91" y="120"/>
                  <a:pt x="90" y="121"/>
                </a:cubicBezTo>
                <a:cubicBezTo>
                  <a:pt x="90" y="121"/>
                  <a:pt x="90" y="121"/>
                  <a:pt x="90" y="121"/>
                </a:cubicBezTo>
                <a:cubicBezTo>
                  <a:pt x="89" y="122"/>
                  <a:pt x="88" y="123"/>
                  <a:pt x="87" y="124"/>
                </a:cubicBezTo>
                <a:cubicBezTo>
                  <a:pt x="87" y="124"/>
                  <a:pt x="88" y="125"/>
                  <a:pt x="88" y="125"/>
                </a:cubicBezTo>
                <a:cubicBezTo>
                  <a:pt x="92" y="127"/>
                  <a:pt x="99" y="120"/>
                  <a:pt x="99" y="120"/>
                </a:cubicBezTo>
                <a:cubicBezTo>
                  <a:pt x="99" y="119"/>
                  <a:pt x="100" y="119"/>
                  <a:pt x="100" y="118"/>
                </a:cubicBezTo>
                <a:cubicBezTo>
                  <a:pt x="101" y="117"/>
                  <a:pt x="103" y="118"/>
                  <a:pt x="104" y="119"/>
                </a:cubicBezTo>
                <a:cubicBezTo>
                  <a:pt x="105" y="120"/>
                  <a:pt x="105" y="120"/>
                  <a:pt x="105" y="122"/>
                </a:cubicBezTo>
                <a:cubicBezTo>
                  <a:pt x="105" y="123"/>
                  <a:pt x="107" y="121"/>
                  <a:pt x="108" y="121"/>
                </a:cubicBezTo>
                <a:cubicBezTo>
                  <a:pt x="114" y="126"/>
                  <a:pt x="111" y="134"/>
                  <a:pt x="112" y="136"/>
                </a:cubicBezTo>
                <a:cubicBezTo>
                  <a:pt x="112" y="138"/>
                  <a:pt x="111" y="138"/>
                  <a:pt x="109" y="137"/>
                </a:cubicBezTo>
                <a:cubicBezTo>
                  <a:pt x="104" y="134"/>
                  <a:pt x="92" y="134"/>
                  <a:pt x="82" y="151"/>
                </a:cubicBezTo>
                <a:cubicBezTo>
                  <a:pt x="80" y="153"/>
                  <a:pt x="81" y="154"/>
                  <a:pt x="81" y="156"/>
                </a:cubicBezTo>
                <a:cubicBezTo>
                  <a:pt x="81" y="157"/>
                  <a:pt x="79" y="159"/>
                  <a:pt x="78" y="157"/>
                </a:cubicBezTo>
                <a:cubicBezTo>
                  <a:pt x="77" y="156"/>
                  <a:pt x="78" y="154"/>
                  <a:pt x="75" y="155"/>
                </a:cubicBezTo>
                <a:cubicBezTo>
                  <a:pt x="74" y="155"/>
                  <a:pt x="72" y="155"/>
                  <a:pt x="70" y="156"/>
                </a:cubicBezTo>
                <a:cubicBezTo>
                  <a:pt x="67" y="157"/>
                  <a:pt x="65" y="159"/>
                  <a:pt x="64" y="162"/>
                </a:cubicBezTo>
                <a:cubicBezTo>
                  <a:pt x="64" y="163"/>
                  <a:pt x="67" y="166"/>
                  <a:pt x="69" y="166"/>
                </a:cubicBezTo>
                <a:cubicBezTo>
                  <a:pt x="75" y="166"/>
                  <a:pt x="75" y="171"/>
                  <a:pt x="75" y="173"/>
                </a:cubicBezTo>
                <a:cubicBezTo>
                  <a:pt x="76" y="179"/>
                  <a:pt x="73" y="181"/>
                  <a:pt x="70" y="176"/>
                </a:cubicBezTo>
                <a:cubicBezTo>
                  <a:pt x="69" y="174"/>
                  <a:pt x="66" y="174"/>
                  <a:pt x="64" y="173"/>
                </a:cubicBezTo>
                <a:cubicBezTo>
                  <a:pt x="62" y="172"/>
                  <a:pt x="46" y="168"/>
                  <a:pt x="46" y="156"/>
                </a:cubicBezTo>
                <a:cubicBezTo>
                  <a:pt x="46" y="152"/>
                  <a:pt x="49" y="147"/>
                  <a:pt x="51" y="145"/>
                </a:cubicBezTo>
                <a:cubicBezTo>
                  <a:pt x="54" y="142"/>
                  <a:pt x="54" y="135"/>
                  <a:pt x="54" y="134"/>
                </a:cubicBezTo>
                <a:cubicBezTo>
                  <a:pt x="53" y="132"/>
                  <a:pt x="52" y="131"/>
                  <a:pt x="50" y="131"/>
                </a:cubicBezTo>
                <a:cubicBezTo>
                  <a:pt x="47" y="132"/>
                  <a:pt x="44" y="134"/>
                  <a:pt x="40" y="135"/>
                </a:cubicBezTo>
                <a:cubicBezTo>
                  <a:pt x="39" y="135"/>
                  <a:pt x="35" y="136"/>
                  <a:pt x="36" y="134"/>
                </a:cubicBezTo>
                <a:cubicBezTo>
                  <a:pt x="36" y="133"/>
                  <a:pt x="38" y="127"/>
                  <a:pt x="48" y="122"/>
                </a:cubicBezTo>
                <a:cubicBezTo>
                  <a:pt x="45" y="118"/>
                  <a:pt x="42" y="115"/>
                  <a:pt x="39" y="111"/>
                </a:cubicBezTo>
                <a:cubicBezTo>
                  <a:pt x="31" y="166"/>
                  <a:pt x="22" y="221"/>
                  <a:pt x="13" y="276"/>
                </a:cubicBezTo>
                <a:cubicBezTo>
                  <a:pt x="46" y="269"/>
                  <a:pt x="62" y="265"/>
                  <a:pt x="93" y="259"/>
                </a:cubicBezTo>
                <a:cubicBezTo>
                  <a:pt x="124" y="265"/>
                  <a:pt x="139" y="269"/>
                  <a:pt x="171" y="276"/>
                </a:cubicBezTo>
                <a:cubicBezTo>
                  <a:pt x="202" y="269"/>
                  <a:pt x="218" y="265"/>
                  <a:pt x="248" y="259"/>
                </a:cubicBezTo>
                <a:cubicBezTo>
                  <a:pt x="280" y="265"/>
                  <a:pt x="296" y="269"/>
                  <a:pt x="328" y="276"/>
                </a:cubicBezTo>
                <a:close/>
                <a:moveTo>
                  <a:pt x="304" y="230"/>
                </a:moveTo>
                <a:cubicBezTo>
                  <a:pt x="301" y="231"/>
                  <a:pt x="297" y="240"/>
                  <a:pt x="293" y="240"/>
                </a:cubicBezTo>
                <a:cubicBezTo>
                  <a:pt x="292" y="241"/>
                  <a:pt x="290" y="241"/>
                  <a:pt x="290" y="242"/>
                </a:cubicBezTo>
                <a:cubicBezTo>
                  <a:pt x="289" y="243"/>
                  <a:pt x="291" y="243"/>
                  <a:pt x="292" y="243"/>
                </a:cubicBezTo>
                <a:cubicBezTo>
                  <a:pt x="295" y="244"/>
                  <a:pt x="296" y="243"/>
                  <a:pt x="298" y="242"/>
                </a:cubicBezTo>
                <a:cubicBezTo>
                  <a:pt x="299" y="242"/>
                  <a:pt x="301" y="241"/>
                  <a:pt x="301" y="240"/>
                </a:cubicBezTo>
                <a:cubicBezTo>
                  <a:pt x="309" y="235"/>
                  <a:pt x="306" y="230"/>
                  <a:pt x="304" y="230"/>
                </a:cubicBezTo>
                <a:close/>
                <a:moveTo>
                  <a:pt x="81" y="199"/>
                </a:moveTo>
                <a:cubicBezTo>
                  <a:pt x="84" y="200"/>
                  <a:pt x="85" y="201"/>
                  <a:pt x="85" y="203"/>
                </a:cubicBezTo>
                <a:cubicBezTo>
                  <a:pt x="85" y="205"/>
                  <a:pt x="81" y="215"/>
                  <a:pt x="84" y="221"/>
                </a:cubicBezTo>
                <a:cubicBezTo>
                  <a:pt x="85" y="222"/>
                  <a:pt x="88" y="229"/>
                  <a:pt x="90" y="230"/>
                </a:cubicBezTo>
                <a:cubicBezTo>
                  <a:pt x="91" y="230"/>
                  <a:pt x="91" y="231"/>
                  <a:pt x="92" y="231"/>
                </a:cubicBezTo>
                <a:cubicBezTo>
                  <a:pt x="93" y="233"/>
                  <a:pt x="95" y="233"/>
                  <a:pt x="96" y="232"/>
                </a:cubicBezTo>
                <a:cubicBezTo>
                  <a:pt x="98" y="230"/>
                  <a:pt x="94" y="227"/>
                  <a:pt x="95" y="226"/>
                </a:cubicBezTo>
                <a:cubicBezTo>
                  <a:pt x="97" y="223"/>
                  <a:pt x="94" y="220"/>
                  <a:pt x="99" y="217"/>
                </a:cubicBezTo>
                <a:cubicBezTo>
                  <a:pt x="100" y="217"/>
                  <a:pt x="99" y="215"/>
                  <a:pt x="100" y="214"/>
                </a:cubicBezTo>
                <a:cubicBezTo>
                  <a:pt x="101" y="214"/>
                  <a:pt x="102" y="214"/>
                  <a:pt x="103" y="213"/>
                </a:cubicBezTo>
                <a:cubicBezTo>
                  <a:pt x="104" y="212"/>
                  <a:pt x="107" y="206"/>
                  <a:pt x="109" y="206"/>
                </a:cubicBezTo>
                <a:cubicBezTo>
                  <a:pt x="111" y="206"/>
                  <a:pt x="123" y="194"/>
                  <a:pt x="119" y="189"/>
                </a:cubicBezTo>
                <a:cubicBezTo>
                  <a:pt x="117" y="187"/>
                  <a:pt x="104" y="180"/>
                  <a:pt x="103" y="178"/>
                </a:cubicBezTo>
                <a:cubicBezTo>
                  <a:pt x="103" y="177"/>
                  <a:pt x="103" y="175"/>
                  <a:pt x="101" y="174"/>
                </a:cubicBezTo>
                <a:cubicBezTo>
                  <a:pt x="101" y="174"/>
                  <a:pt x="96" y="170"/>
                  <a:pt x="95" y="169"/>
                </a:cubicBezTo>
                <a:cubicBezTo>
                  <a:pt x="95" y="168"/>
                  <a:pt x="88" y="166"/>
                  <a:pt x="82" y="171"/>
                </a:cubicBezTo>
                <a:cubicBezTo>
                  <a:pt x="81" y="171"/>
                  <a:pt x="77" y="180"/>
                  <a:pt x="76" y="182"/>
                </a:cubicBezTo>
                <a:cubicBezTo>
                  <a:pt x="74" y="184"/>
                  <a:pt x="73" y="187"/>
                  <a:pt x="73" y="189"/>
                </a:cubicBezTo>
                <a:cubicBezTo>
                  <a:pt x="73" y="192"/>
                  <a:pt x="75" y="193"/>
                  <a:pt x="76" y="195"/>
                </a:cubicBezTo>
                <a:cubicBezTo>
                  <a:pt x="78" y="197"/>
                  <a:pt x="78" y="199"/>
                  <a:pt x="81" y="199"/>
                </a:cubicBezTo>
                <a:close/>
                <a:moveTo>
                  <a:pt x="271" y="142"/>
                </a:moveTo>
                <a:cubicBezTo>
                  <a:pt x="271" y="142"/>
                  <a:pt x="273" y="142"/>
                  <a:pt x="272" y="141"/>
                </a:cubicBezTo>
                <a:cubicBezTo>
                  <a:pt x="272" y="141"/>
                  <a:pt x="271" y="140"/>
                  <a:pt x="270" y="140"/>
                </a:cubicBezTo>
                <a:cubicBezTo>
                  <a:pt x="270" y="138"/>
                  <a:pt x="271" y="138"/>
                  <a:pt x="269" y="137"/>
                </a:cubicBezTo>
                <a:cubicBezTo>
                  <a:pt x="269" y="136"/>
                  <a:pt x="268" y="135"/>
                  <a:pt x="267" y="134"/>
                </a:cubicBezTo>
                <a:cubicBezTo>
                  <a:pt x="267" y="134"/>
                  <a:pt x="265" y="132"/>
                  <a:pt x="264" y="133"/>
                </a:cubicBezTo>
                <a:cubicBezTo>
                  <a:pt x="264" y="133"/>
                  <a:pt x="267" y="136"/>
                  <a:pt x="267" y="137"/>
                </a:cubicBezTo>
                <a:cubicBezTo>
                  <a:pt x="268" y="138"/>
                  <a:pt x="268" y="139"/>
                  <a:pt x="269" y="140"/>
                </a:cubicBezTo>
                <a:cubicBezTo>
                  <a:pt x="269" y="140"/>
                  <a:pt x="270" y="142"/>
                  <a:pt x="271" y="142"/>
                </a:cubicBezTo>
                <a:close/>
                <a:moveTo>
                  <a:pt x="276" y="152"/>
                </a:moveTo>
                <a:cubicBezTo>
                  <a:pt x="276" y="151"/>
                  <a:pt x="277" y="150"/>
                  <a:pt x="276" y="149"/>
                </a:cubicBezTo>
                <a:cubicBezTo>
                  <a:pt x="276" y="149"/>
                  <a:pt x="275" y="148"/>
                  <a:pt x="274" y="147"/>
                </a:cubicBezTo>
                <a:cubicBezTo>
                  <a:pt x="274" y="146"/>
                  <a:pt x="276" y="147"/>
                  <a:pt x="276" y="147"/>
                </a:cubicBezTo>
                <a:cubicBezTo>
                  <a:pt x="276" y="146"/>
                  <a:pt x="276" y="145"/>
                  <a:pt x="275" y="145"/>
                </a:cubicBezTo>
                <a:cubicBezTo>
                  <a:pt x="274" y="145"/>
                  <a:pt x="273" y="144"/>
                  <a:pt x="272" y="143"/>
                </a:cubicBezTo>
                <a:cubicBezTo>
                  <a:pt x="270" y="142"/>
                  <a:pt x="271" y="145"/>
                  <a:pt x="273" y="147"/>
                </a:cubicBezTo>
                <a:cubicBezTo>
                  <a:pt x="273" y="148"/>
                  <a:pt x="274" y="149"/>
                  <a:pt x="274" y="150"/>
                </a:cubicBezTo>
                <a:cubicBezTo>
                  <a:pt x="274" y="152"/>
                  <a:pt x="266" y="153"/>
                  <a:pt x="270" y="156"/>
                </a:cubicBezTo>
                <a:cubicBezTo>
                  <a:pt x="271" y="157"/>
                  <a:pt x="271" y="156"/>
                  <a:pt x="271" y="156"/>
                </a:cubicBezTo>
                <a:cubicBezTo>
                  <a:pt x="272" y="155"/>
                  <a:pt x="273" y="155"/>
                  <a:pt x="274" y="155"/>
                </a:cubicBezTo>
                <a:cubicBezTo>
                  <a:pt x="275" y="155"/>
                  <a:pt x="276" y="155"/>
                  <a:pt x="277" y="154"/>
                </a:cubicBezTo>
                <a:cubicBezTo>
                  <a:pt x="278" y="154"/>
                  <a:pt x="277" y="153"/>
                  <a:pt x="276" y="152"/>
                </a:cubicBezTo>
                <a:close/>
                <a:moveTo>
                  <a:pt x="69" y="110"/>
                </a:moveTo>
                <a:cubicBezTo>
                  <a:pt x="94" y="83"/>
                  <a:pt x="102" y="72"/>
                  <a:pt x="102" y="56"/>
                </a:cubicBezTo>
                <a:cubicBezTo>
                  <a:pt x="102" y="38"/>
                  <a:pt x="87" y="23"/>
                  <a:pt x="69" y="23"/>
                </a:cubicBezTo>
                <a:cubicBezTo>
                  <a:pt x="50" y="23"/>
                  <a:pt x="35" y="38"/>
                  <a:pt x="35" y="56"/>
                </a:cubicBezTo>
                <a:cubicBezTo>
                  <a:pt x="35" y="72"/>
                  <a:pt x="44" y="83"/>
                  <a:pt x="69" y="110"/>
                </a:cubicBezTo>
                <a:close/>
              </a:path>
            </a:pathLst>
          </a:custGeom>
          <a:solidFill>
            <a:srgbClr val="95161C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rgbClr val="005CA1"/>
              </a:solidFill>
            </a:endParaRPr>
          </a:p>
        </p:txBody>
      </p:sp>
      <p:sp>
        <p:nvSpPr>
          <p:cNvPr id="30" name="淘宝-想搞设计PPT(倒卖必究)-30"/>
          <p:cNvSpPr/>
          <p:nvPr/>
        </p:nvSpPr>
        <p:spPr>
          <a:xfrm rot="16200000">
            <a:off x="4099467" y="3071100"/>
            <a:ext cx="348343" cy="348343"/>
          </a:xfrm>
          <a:prstGeom prst="chevron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1" name="淘宝-想搞设计PPT(倒卖必究)-31"/>
          <p:cNvSpPr/>
          <p:nvPr/>
        </p:nvSpPr>
        <p:spPr>
          <a:xfrm rot="16200000">
            <a:off x="7758150" y="3071100"/>
            <a:ext cx="348343" cy="348343"/>
          </a:xfrm>
          <a:prstGeom prst="chevron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2">
                  <a:lumMod val="25000"/>
                </a:schemeClr>
              </a:solidFill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427157" y="4813674"/>
            <a:ext cx="2012591" cy="1156065"/>
            <a:chOff x="1427157" y="4857216"/>
            <a:chExt cx="2012591" cy="1156065"/>
          </a:xfrm>
        </p:grpSpPr>
        <p:sp>
          <p:nvSpPr>
            <p:cNvPr id="37" name="淘宝-想搞设计PPT(倒卖必究)-37"/>
            <p:cNvSpPr txBox="1"/>
            <p:nvPr/>
          </p:nvSpPr>
          <p:spPr>
            <a:xfrm>
              <a:off x="1659084" y="4857216"/>
              <a:ext cx="1441412" cy="307773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sz="1400" dirty="0">
                  <a:solidFill>
                    <a:srgbClr val="7F7F7F"/>
                  </a:solidFill>
                </a:rPr>
                <a:t>请在此添加标题</a:t>
              </a:r>
            </a:p>
          </p:txBody>
        </p:sp>
        <p:sp>
          <p:nvSpPr>
            <p:cNvPr id="38" name="淘宝-想搞设计PPT(倒卖必究)-38"/>
            <p:cNvSpPr/>
            <p:nvPr/>
          </p:nvSpPr>
          <p:spPr>
            <a:xfrm>
              <a:off x="1427157" y="5274617"/>
              <a:ext cx="2012591" cy="7386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14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论文用来进行科学研究和描述科研成果。</a:t>
              </a:r>
              <a:endParaRPr lang="en-US" altLang="zh-CN" sz="1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3285269" y="1305852"/>
            <a:ext cx="2012591" cy="1156065"/>
            <a:chOff x="1427157" y="4857216"/>
            <a:chExt cx="2012591" cy="1156065"/>
          </a:xfrm>
        </p:grpSpPr>
        <p:sp>
          <p:nvSpPr>
            <p:cNvPr id="41" name="淘宝-想搞设计PPT(倒卖必究)-41"/>
            <p:cNvSpPr txBox="1"/>
            <p:nvPr/>
          </p:nvSpPr>
          <p:spPr>
            <a:xfrm>
              <a:off x="1659084" y="4857216"/>
              <a:ext cx="1441412" cy="307773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sz="1400" dirty="0">
                  <a:solidFill>
                    <a:srgbClr val="7F7F7F"/>
                  </a:solidFill>
                </a:rPr>
                <a:t>请在此添加标题</a:t>
              </a:r>
            </a:p>
          </p:txBody>
        </p:sp>
        <p:sp>
          <p:nvSpPr>
            <p:cNvPr id="42" name="淘宝-想搞设计PPT(倒卖必究)-42"/>
            <p:cNvSpPr/>
            <p:nvPr/>
          </p:nvSpPr>
          <p:spPr>
            <a:xfrm>
              <a:off x="1427157" y="5274617"/>
              <a:ext cx="2012591" cy="7386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14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论文用来进行科学研究和描述科研成果。</a:t>
              </a:r>
              <a:endParaRPr lang="en-US" altLang="zh-CN" sz="1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5099609" y="4813674"/>
            <a:ext cx="2012591" cy="1156065"/>
            <a:chOff x="1427157" y="4857216"/>
            <a:chExt cx="2012591" cy="1156065"/>
          </a:xfrm>
        </p:grpSpPr>
        <p:sp>
          <p:nvSpPr>
            <p:cNvPr id="44" name="淘宝-想搞设计PPT(倒卖必究)-44"/>
            <p:cNvSpPr txBox="1"/>
            <p:nvPr/>
          </p:nvSpPr>
          <p:spPr>
            <a:xfrm>
              <a:off x="1659084" y="4857216"/>
              <a:ext cx="1441412" cy="307773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sz="1400" dirty="0">
                  <a:solidFill>
                    <a:srgbClr val="7F7F7F"/>
                  </a:solidFill>
                </a:rPr>
                <a:t>请在此添加标题</a:t>
              </a:r>
            </a:p>
          </p:txBody>
        </p:sp>
        <p:sp>
          <p:nvSpPr>
            <p:cNvPr id="45" name="淘宝-想搞设计PPT(倒卖必究)-45"/>
            <p:cNvSpPr/>
            <p:nvPr/>
          </p:nvSpPr>
          <p:spPr>
            <a:xfrm>
              <a:off x="1427157" y="5274617"/>
              <a:ext cx="2012591" cy="7386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14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论文用来进行科学研究和描述科研成果。</a:t>
              </a:r>
              <a:endParaRPr lang="en-US" altLang="zh-CN" sz="1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6926025" y="1308358"/>
            <a:ext cx="2012591" cy="1156065"/>
            <a:chOff x="1427157" y="4857216"/>
            <a:chExt cx="2012591" cy="1156065"/>
          </a:xfrm>
        </p:grpSpPr>
        <p:sp>
          <p:nvSpPr>
            <p:cNvPr id="47" name="淘宝-想搞设计PPT(倒卖必究)-47"/>
            <p:cNvSpPr txBox="1"/>
            <p:nvPr/>
          </p:nvSpPr>
          <p:spPr>
            <a:xfrm>
              <a:off x="1659084" y="4857216"/>
              <a:ext cx="1441412" cy="307773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sz="1400" dirty="0">
                  <a:solidFill>
                    <a:srgbClr val="7F7F7F"/>
                  </a:solidFill>
                </a:rPr>
                <a:t>请在此添加标题</a:t>
              </a:r>
            </a:p>
          </p:txBody>
        </p:sp>
        <p:sp>
          <p:nvSpPr>
            <p:cNvPr id="48" name="淘宝-想搞设计PPT(倒卖必究)-48"/>
            <p:cNvSpPr/>
            <p:nvPr/>
          </p:nvSpPr>
          <p:spPr>
            <a:xfrm>
              <a:off x="1427157" y="5274617"/>
              <a:ext cx="2012591" cy="7386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14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论文用来进行科学研究和描述科研成果。</a:t>
              </a:r>
              <a:endParaRPr lang="en-US" altLang="zh-CN" sz="1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8802204" y="4806735"/>
            <a:ext cx="2012591" cy="1156065"/>
            <a:chOff x="1427157" y="4857216"/>
            <a:chExt cx="2012591" cy="1156065"/>
          </a:xfrm>
        </p:grpSpPr>
        <p:sp>
          <p:nvSpPr>
            <p:cNvPr id="50" name="淘宝-想搞设计PPT(倒卖必究)-50"/>
            <p:cNvSpPr txBox="1"/>
            <p:nvPr/>
          </p:nvSpPr>
          <p:spPr>
            <a:xfrm>
              <a:off x="1659084" y="4857216"/>
              <a:ext cx="1441412" cy="307773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sz="1400" dirty="0">
                  <a:solidFill>
                    <a:srgbClr val="7F7F7F"/>
                  </a:solidFill>
                </a:rPr>
                <a:t>请在此添加标题</a:t>
              </a:r>
            </a:p>
          </p:txBody>
        </p:sp>
        <p:sp>
          <p:nvSpPr>
            <p:cNvPr id="51" name="淘宝-想搞设计PPT(倒卖必究)-51"/>
            <p:cNvSpPr/>
            <p:nvPr/>
          </p:nvSpPr>
          <p:spPr>
            <a:xfrm>
              <a:off x="1427157" y="5274617"/>
              <a:ext cx="2012591" cy="7386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14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论文用来进行科学研究和描述科研成果。</a:t>
              </a:r>
              <a:endParaRPr lang="en-US" altLang="zh-CN" sz="1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107" name="Picture 106" descr="合肥工业大学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7851" y="6221713"/>
            <a:ext cx="1835216" cy="435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558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0">
        <p14:switch dir="r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500"/>
                            </p:stCondLst>
                            <p:childTnLst>
                              <p:par>
                                <p:cTn id="38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000"/>
                            </p:stCondLst>
                            <p:childTnLst>
                              <p:par>
                                <p:cTn id="4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500"/>
                            </p:stCondLst>
                            <p:childTnLst>
                              <p:par>
                                <p:cTn id="48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000"/>
                            </p:stCondLst>
                            <p:childTnLst>
                              <p:par>
                                <p:cTn id="5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4500"/>
                            </p:stCondLst>
                            <p:childTnLst>
                              <p:par>
                                <p:cTn id="58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0"/>
                            </p:stCondLst>
                            <p:childTnLst>
                              <p:par>
                                <p:cTn id="63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500"/>
                            </p:stCondLst>
                            <p:childTnLst>
                              <p:par>
                                <p:cTn id="68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6000"/>
                            </p:stCondLst>
                            <p:childTnLst>
                              <p:par>
                                <p:cTn id="73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6500"/>
                            </p:stCondLst>
                            <p:childTnLst>
                              <p:par>
                                <p:cTn id="78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7000"/>
                            </p:stCondLst>
                            <p:childTnLst>
                              <p:par>
                                <p:cTn id="83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7500"/>
                            </p:stCondLst>
                            <p:childTnLst>
                              <p:par>
                                <p:cTn id="88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8000"/>
                            </p:stCondLst>
                            <p:childTnLst>
                              <p:par>
                                <p:cTn id="9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8500"/>
                            </p:stCondLst>
                            <p:childTnLst>
                              <p:par>
                                <p:cTn id="98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0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9000"/>
                            </p:stCondLst>
                            <p:childTnLst>
                              <p:par>
                                <p:cTn id="103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0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 animBg="1"/>
      <p:bldP spid="11" grpId="0" animBg="1"/>
      <p:bldP spid="12" grpId="0" animBg="1"/>
      <p:bldP spid="13" grpId="0" animBg="1"/>
      <p:bldP spid="14" grpId="0" animBg="1"/>
      <p:bldP spid="15" grpId="0"/>
      <p:bldP spid="16" grpId="0"/>
      <p:bldP spid="17" grpId="0"/>
      <p:bldP spid="18" grpId="0"/>
      <p:bldP spid="19" grpId="0"/>
      <p:bldP spid="29" grpId="0" animBg="1"/>
      <p:bldP spid="30" grpId="0" animBg="1"/>
      <p:bldP spid="3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淘宝-想搞设计PPT(倒卖必究)-5"/>
          <p:cNvSpPr/>
          <p:nvPr/>
        </p:nvSpPr>
        <p:spPr>
          <a:xfrm rot="10800000">
            <a:off x="0" y="-7"/>
            <a:ext cx="12192000" cy="2426618"/>
          </a:xfrm>
          <a:prstGeom prst="rect">
            <a:avLst/>
          </a:prstGeom>
          <a:solidFill>
            <a:srgbClr val="9516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淘宝-想搞设计PPT(倒卖必究)-6"/>
          <p:cNvSpPr/>
          <p:nvPr/>
        </p:nvSpPr>
        <p:spPr>
          <a:xfrm rot="10800000">
            <a:off x="0" y="2493941"/>
            <a:ext cx="12192000" cy="70698"/>
          </a:xfrm>
          <a:prstGeom prst="rect">
            <a:avLst/>
          </a:prstGeom>
          <a:solidFill>
            <a:srgbClr val="9516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淘宝-想搞设计PPT(倒卖必究)-12"/>
          <p:cNvSpPr txBox="1"/>
          <p:nvPr/>
        </p:nvSpPr>
        <p:spPr>
          <a:xfrm>
            <a:off x="3536239" y="3909427"/>
            <a:ext cx="511952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600" b="1" dirty="0">
                <a:solidFill>
                  <a:srgbClr val="95161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感谢聆听</a:t>
            </a:r>
          </a:p>
        </p:txBody>
      </p:sp>
      <p:grpSp>
        <p:nvGrpSpPr>
          <p:cNvPr id="14" name="组合 13"/>
          <p:cNvGrpSpPr/>
          <p:nvPr/>
        </p:nvGrpSpPr>
        <p:grpSpPr>
          <a:xfrm>
            <a:off x="3914025" y="5432133"/>
            <a:ext cx="4556125" cy="776605"/>
            <a:chOff x="1049862" y="5804729"/>
            <a:chExt cx="4556125" cy="776605"/>
          </a:xfrm>
        </p:grpSpPr>
        <p:sp>
          <p:nvSpPr>
            <p:cNvPr id="15" name="淘宝-想搞设计PPT(倒卖必究)-15"/>
            <p:cNvSpPr txBox="1"/>
            <p:nvPr/>
          </p:nvSpPr>
          <p:spPr>
            <a:xfrm>
              <a:off x="1049862" y="5804729"/>
              <a:ext cx="263894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sz="1400" dirty="0">
                  <a:solidFill>
                    <a:srgbClr val="95161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院系：设计学院 </a:t>
              </a:r>
            </a:p>
          </p:txBody>
        </p:sp>
        <p:sp>
          <p:nvSpPr>
            <p:cNvPr id="16" name="淘宝-想搞设计PPT(倒卖必究)-16"/>
            <p:cNvSpPr txBox="1"/>
            <p:nvPr/>
          </p:nvSpPr>
          <p:spPr>
            <a:xfrm>
              <a:off x="3494202" y="5805558"/>
              <a:ext cx="172911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sz="1400" dirty="0">
                  <a:solidFill>
                    <a:srgbClr val="95161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专业：设计学</a:t>
              </a:r>
            </a:p>
          </p:txBody>
        </p:sp>
        <p:sp>
          <p:nvSpPr>
            <p:cNvPr id="17" name="淘宝-想搞设计PPT(倒卖必究)-17"/>
            <p:cNvSpPr txBox="1"/>
            <p:nvPr/>
          </p:nvSpPr>
          <p:spPr>
            <a:xfrm>
              <a:off x="1049862" y="6274629"/>
              <a:ext cx="2159704" cy="3067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sz="1400" dirty="0">
                  <a:solidFill>
                    <a:srgbClr val="95161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答辩人：XXX</a:t>
              </a:r>
              <a:endParaRPr lang="zh-CN" altLang="en-US" sz="1400" dirty="0">
                <a:solidFill>
                  <a:srgbClr val="005CA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淘宝-想搞设计PPT(倒卖必究)-18"/>
            <p:cNvSpPr txBox="1"/>
            <p:nvPr/>
          </p:nvSpPr>
          <p:spPr>
            <a:xfrm>
              <a:off x="3493977" y="6274629"/>
              <a:ext cx="2112010" cy="3067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sz="1400" dirty="0">
                  <a:solidFill>
                    <a:srgbClr val="95161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指导老师：XXX</a:t>
              </a:r>
              <a:endParaRPr lang="zh-CN" altLang="en-US" sz="1400" dirty="0">
                <a:solidFill>
                  <a:srgbClr val="005CA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9" name="淘宝-想搞设计PPT(倒卖必究)-19"/>
          <p:cNvSpPr txBox="1"/>
          <p:nvPr/>
        </p:nvSpPr>
        <p:spPr>
          <a:xfrm>
            <a:off x="323851" y="-24013"/>
            <a:ext cx="11544299" cy="3154706"/>
          </a:xfrm>
          <a:prstGeom prst="rect">
            <a:avLst/>
          </a:prstGeom>
        </p:spPr>
        <p:txBody>
          <a:bodyPr wrap="square" lIns="91436" tIns="45718" rIns="91436" bIns="45718">
            <a:spAutoFit/>
          </a:bodyPr>
          <a:lstStyle>
            <a:defPPr>
              <a:defRPr lang="zh-CN"/>
            </a:defPPr>
            <a:lvl1pPr algn="ctr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dist"/>
            <a:r>
              <a:rPr lang="en-US" altLang="zh-CN" sz="19900" b="1" dirty="0">
                <a:solidFill>
                  <a:schemeClr val="bg1">
                    <a:alpha val="10000"/>
                  </a:schemeClr>
                </a:solidFill>
              </a:rPr>
              <a:t>THANKS</a:t>
            </a:r>
            <a:endParaRPr lang="zh-CN" altLang="en-US" sz="19900" b="1" dirty="0">
              <a:solidFill>
                <a:schemeClr val="bg1">
                  <a:alpha val="10000"/>
                </a:schemeClr>
              </a:solidFill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4876405" y="1196335"/>
            <a:ext cx="2439190" cy="2439192"/>
            <a:chOff x="5007734" y="902247"/>
            <a:chExt cx="2543685" cy="2543686"/>
          </a:xfrm>
        </p:grpSpPr>
        <p:sp>
          <p:nvSpPr>
            <p:cNvPr id="8" name="淘宝-想搞设计PPT(倒卖必究)-8"/>
            <p:cNvSpPr/>
            <p:nvPr/>
          </p:nvSpPr>
          <p:spPr>
            <a:xfrm>
              <a:off x="5007734" y="902247"/>
              <a:ext cx="2543685" cy="2543686"/>
            </a:xfrm>
            <a:prstGeom prst="ellipse">
              <a:avLst/>
            </a:prstGeom>
            <a:gradFill flip="none" rotWithShape="1">
              <a:gsLst>
                <a:gs pos="0">
                  <a:schemeClr val="bg1"/>
                </a:gs>
                <a:gs pos="100000">
                  <a:srgbClr val="E8E8E8"/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139700" dist="38100" dir="5400000" algn="t" rotWithShape="0">
                <a:prstClr val="black">
                  <a:alpha val="1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淘宝-想搞设计PPT(倒卖必究)-9"/>
            <p:cNvSpPr/>
            <p:nvPr/>
          </p:nvSpPr>
          <p:spPr>
            <a:xfrm rot="10800000">
              <a:off x="5160137" y="1054647"/>
              <a:ext cx="2213120" cy="2213120"/>
            </a:xfrm>
            <a:prstGeom prst="ellipse">
              <a:avLst/>
            </a:prstGeom>
            <a:gradFill flip="none" rotWithShape="1">
              <a:gsLst>
                <a:gs pos="0">
                  <a:schemeClr val="bg1"/>
                </a:gs>
                <a:gs pos="100000">
                  <a:srgbClr val="E8E8E8"/>
                </a:gs>
              </a:gsLst>
              <a:lin ang="5400000" scaled="1"/>
              <a:tileRect/>
            </a:gradFill>
            <a:ln>
              <a:noFill/>
            </a:ln>
            <a:effectLst>
              <a:innerShdw blurRad="88900">
                <a:prstClr val="black">
                  <a:alpha val="16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淘宝-想搞设计PPT(倒卖必究)-10"/>
            <p:cNvSpPr/>
            <p:nvPr/>
          </p:nvSpPr>
          <p:spPr>
            <a:xfrm rot="10800000">
              <a:off x="5253394" y="1176935"/>
              <a:ext cx="2052364" cy="2052365"/>
            </a:xfrm>
            <a:prstGeom prst="ellipse">
              <a:avLst/>
            </a:prstGeom>
            <a:blipFill dpi="0" rotWithShape="0">
              <a:blip r:embed="rId3" cstate="print"/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0" name="淘宝-想搞设计PPT(倒卖必究)-20">
            <a:extLst>
              <a:ext uri="{FF2B5EF4-FFF2-40B4-BE49-F238E27FC236}">
                <a16:creationId xmlns:a16="http://schemas.microsoft.com/office/drawing/2014/main" id="{C303C299-66F1-B249-43A2-F403AE445B1B}"/>
              </a:ext>
            </a:extLst>
          </p:cNvPr>
          <p:cNvSpPr/>
          <p:nvPr/>
        </p:nvSpPr>
        <p:spPr>
          <a:xfrm>
            <a:off x="4830714" y="1181254"/>
            <a:ext cx="2490717" cy="2490717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7" name="Picture 36" descr="合肥工业大学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9407" y="1213302"/>
            <a:ext cx="2426030" cy="2426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877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>
        <p14:ferris dir="l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1" presetClass="entr" presetSubtype="0" fill="hold" grpId="0" nodeType="withEffect">
                                  <p:stCondLst>
                                    <p:cond delay="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12" grpId="0"/>
      <p:bldP spid="19" grpId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597</Words>
  <Application>Microsoft Office PowerPoint</Application>
  <PresentationFormat>宽屏</PresentationFormat>
  <Paragraphs>122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5" baseType="lpstr">
      <vt:lpstr>等线</vt:lpstr>
      <vt:lpstr>等线 Light</vt:lpstr>
      <vt:lpstr>微软雅黑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林默 韩</dc:creator>
  <cp:lastModifiedBy>林默 韩</cp:lastModifiedBy>
  <cp:revision>1</cp:revision>
  <dcterms:created xsi:type="dcterms:W3CDTF">2026-06-15T00:45:25Z</dcterms:created>
  <dcterms:modified xsi:type="dcterms:W3CDTF">2026-06-15T00:45:25Z</dcterms:modified>
</cp:coreProperties>
</file>